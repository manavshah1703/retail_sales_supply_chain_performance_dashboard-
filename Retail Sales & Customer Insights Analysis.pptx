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272016-5FF3-4B75-A840-236895AF709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AFB9C9B-E9CF-458D-8E05-AFB58CB524A4}">
      <dgm:prSet/>
      <dgm:spPr/>
      <dgm:t>
        <a:bodyPr/>
        <a:lstStyle/>
        <a:p>
          <a:pPr>
            <a:defRPr cap="all"/>
          </a:pPr>
          <a:r>
            <a:rPr lang="en-US" b="1" i="0" baseline="0"/>
            <a:t>Revenue trend:</a:t>
          </a:r>
          <a:r>
            <a:rPr lang="en-US" b="0" i="0" baseline="0"/>
            <a:t> Sales increasing over months → peak in holiday season.</a:t>
          </a:r>
          <a:endParaRPr lang="en-US"/>
        </a:p>
      </dgm:t>
    </dgm:pt>
    <dgm:pt modelId="{3DED8A09-90AA-4EE4-B225-82314C5A8262}" type="parTrans" cxnId="{40D87DA7-26CD-4F0F-9535-4A363F13D1E3}">
      <dgm:prSet/>
      <dgm:spPr/>
      <dgm:t>
        <a:bodyPr/>
        <a:lstStyle/>
        <a:p>
          <a:endParaRPr lang="en-US"/>
        </a:p>
      </dgm:t>
    </dgm:pt>
    <dgm:pt modelId="{DBEAE3D5-786D-46FE-96E0-771DCA0CA9B5}" type="sibTrans" cxnId="{40D87DA7-26CD-4F0F-9535-4A363F13D1E3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0DDDC0F0-9D95-41E7-881A-CC1209F60475}">
      <dgm:prSet/>
      <dgm:spPr/>
      <dgm:t>
        <a:bodyPr/>
        <a:lstStyle/>
        <a:p>
          <a:pPr>
            <a:defRPr cap="all"/>
          </a:pPr>
          <a:r>
            <a:rPr lang="en-US" b="1" i="0" baseline="0" dirty="0"/>
            <a:t>Category trend:</a:t>
          </a:r>
          <a:r>
            <a:rPr lang="en-US" b="0" i="0" baseline="0" dirty="0"/>
            <a:t> Electronics &amp; Apparel are top revenue contributors.</a:t>
          </a:r>
          <a:endParaRPr lang="en-US" dirty="0"/>
        </a:p>
      </dgm:t>
    </dgm:pt>
    <dgm:pt modelId="{3E4C438A-CC6B-41F1-800F-BE6216A38A0E}" type="parTrans" cxnId="{AF04CB76-BFA4-40DD-ABAD-6A3CA63234C0}">
      <dgm:prSet/>
      <dgm:spPr/>
      <dgm:t>
        <a:bodyPr/>
        <a:lstStyle/>
        <a:p>
          <a:endParaRPr lang="en-US"/>
        </a:p>
      </dgm:t>
    </dgm:pt>
    <dgm:pt modelId="{8D38AD1C-09C6-416C-8E3F-D4400D9519E7}" type="sibTrans" cxnId="{AF04CB76-BFA4-40DD-ABAD-6A3CA63234C0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ECC6DBCC-6A4F-4C3F-8569-1AE84B850E8D}">
      <dgm:prSet/>
      <dgm:spPr/>
      <dgm:t>
        <a:bodyPr/>
        <a:lstStyle/>
        <a:p>
          <a:pPr>
            <a:defRPr cap="all"/>
          </a:pPr>
          <a:r>
            <a:rPr lang="en-US" b="1" i="0" baseline="0"/>
            <a:t>Top regions/stores:</a:t>
          </a:r>
          <a:r>
            <a:rPr lang="en-US" b="0" i="0" baseline="0"/>
            <a:t> Certain locations generate higher sales → focus marketing here.</a:t>
          </a:r>
          <a:endParaRPr lang="en-US"/>
        </a:p>
      </dgm:t>
    </dgm:pt>
    <dgm:pt modelId="{39C828CD-5F3E-4F13-921C-8889AC31F567}" type="parTrans" cxnId="{4B4EE0DA-1B66-4DAC-95D2-C32AE92C3D53}">
      <dgm:prSet/>
      <dgm:spPr/>
      <dgm:t>
        <a:bodyPr/>
        <a:lstStyle/>
        <a:p>
          <a:endParaRPr lang="en-US"/>
        </a:p>
      </dgm:t>
    </dgm:pt>
    <dgm:pt modelId="{7E9F5CD4-E878-464B-9391-B33F9122B96B}" type="sibTrans" cxnId="{4B4EE0DA-1B66-4DAC-95D2-C32AE92C3D53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01C0B9BA-F2C4-453B-BCE3-AC3393923E6E}">
      <dgm:prSet/>
      <dgm:spPr/>
      <dgm:t>
        <a:bodyPr/>
        <a:lstStyle/>
        <a:p>
          <a:pPr>
            <a:defRPr cap="all"/>
          </a:pPr>
          <a:r>
            <a:rPr lang="en-US" b="1" i="0" baseline="0"/>
            <a:t>Recommendation:</a:t>
          </a:r>
          <a:r>
            <a:rPr lang="en-US" b="0" i="0" baseline="0"/>
            <a:t> Align inventory &amp; promotions with peak periods and high-performing categories.</a:t>
          </a:r>
          <a:endParaRPr lang="en-US"/>
        </a:p>
      </dgm:t>
    </dgm:pt>
    <dgm:pt modelId="{94DFFA7F-0D5A-4C64-8EB4-666FFBF976E5}" type="parTrans" cxnId="{21B30415-9AFC-4442-B1A3-53B24E931180}">
      <dgm:prSet/>
      <dgm:spPr/>
      <dgm:t>
        <a:bodyPr/>
        <a:lstStyle/>
        <a:p>
          <a:endParaRPr lang="en-US"/>
        </a:p>
      </dgm:t>
    </dgm:pt>
    <dgm:pt modelId="{5DD9BD7C-BC7D-4DF6-B251-6EA69C27871F}" type="sibTrans" cxnId="{21B30415-9AFC-4442-B1A3-53B24E931180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8227E87E-F7CC-4664-847C-952DA19A379A}" type="pres">
      <dgm:prSet presAssocID="{BA272016-5FF3-4B75-A840-236895AF7095}" presName="Name0" presStyleCnt="0">
        <dgm:presLayoutVars>
          <dgm:animLvl val="lvl"/>
          <dgm:resizeHandles val="exact"/>
        </dgm:presLayoutVars>
      </dgm:prSet>
      <dgm:spPr/>
    </dgm:pt>
    <dgm:pt modelId="{823BCFA9-EDE4-46A1-A4A1-3217D97A2758}" type="pres">
      <dgm:prSet presAssocID="{4AFB9C9B-E9CF-458D-8E05-AFB58CB524A4}" presName="compositeNode" presStyleCnt="0">
        <dgm:presLayoutVars>
          <dgm:bulletEnabled val="1"/>
        </dgm:presLayoutVars>
      </dgm:prSet>
      <dgm:spPr/>
    </dgm:pt>
    <dgm:pt modelId="{BDE88975-01C7-45ED-8AE9-4246DEF776D2}" type="pres">
      <dgm:prSet presAssocID="{4AFB9C9B-E9CF-458D-8E05-AFB58CB524A4}" presName="bgRect" presStyleLbl="alignNode1" presStyleIdx="0" presStyleCnt="4"/>
      <dgm:spPr/>
    </dgm:pt>
    <dgm:pt modelId="{DE9A8CE5-982E-4DC0-AFB3-9E1D7445917B}" type="pres">
      <dgm:prSet presAssocID="{DBEAE3D5-786D-46FE-96E0-771DCA0CA9B5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736BCB20-ABD9-4A72-9C74-90A6C89B6B98}" type="pres">
      <dgm:prSet presAssocID="{4AFB9C9B-E9CF-458D-8E05-AFB58CB524A4}" presName="nodeRect" presStyleLbl="alignNode1" presStyleIdx="0" presStyleCnt="4">
        <dgm:presLayoutVars>
          <dgm:bulletEnabled val="1"/>
        </dgm:presLayoutVars>
      </dgm:prSet>
      <dgm:spPr/>
    </dgm:pt>
    <dgm:pt modelId="{4746B2E0-35C7-45D7-B364-0945BB06FE59}" type="pres">
      <dgm:prSet presAssocID="{DBEAE3D5-786D-46FE-96E0-771DCA0CA9B5}" presName="sibTrans" presStyleCnt="0"/>
      <dgm:spPr/>
    </dgm:pt>
    <dgm:pt modelId="{7F4CA43F-602D-41B3-B230-9CE875BE2A42}" type="pres">
      <dgm:prSet presAssocID="{0DDDC0F0-9D95-41E7-881A-CC1209F60475}" presName="compositeNode" presStyleCnt="0">
        <dgm:presLayoutVars>
          <dgm:bulletEnabled val="1"/>
        </dgm:presLayoutVars>
      </dgm:prSet>
      <dgm:spPr/>
    </dgm:pt>
    <dgm:pt modelId="{B31CD70D-8FCA-49A0-95AA-EF26D57113D5}" type="pres">
      <dgm:prSet presAssocID="{0DDDC0F0-9D95-41E7-881A-CC1209F60475}" presName="bgRect" presStyleLbl="alignNode1" presStyleIdx="1" presStyleCnt="4"/>
      <dgm:spPr/>
    </dgm:pt>
    <dgm:pt modelId="{B5F04FFD-C400-4671-8277-1CBF695481C4}" type="pres">
      <dgm:prSet presAssocID="{8D38AD1C-09C6-416C-8E3F-D4400D9519E7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E5B1ED60-8D08-4FF8-8E7F-5239205FDBA0}" type="pres">
      <dgm:prSet presAssocID="{0DDDC0F0-9D95-41E7-881A-CC1209F60475}" presName="nodeRect" presStyleLbl="alignNode1" presStyleIdx="1" presStyleCnt="4">
        <dgm:presLayoutVars>
          <dgm:bulletEnabled val="1"/>
        </dgm:presLayoutVars>
      </dgm:prSet>
      <dgm:spPr/>
    </dgm:pt>
    <dgm:pt modelId="{FC1812CA-A13C-4879-9839-04245F8B8749}" type="pres">
      <dgm:prSet presAssocID="{8D38AD1C-09C6-416C-8E3F-D4400D9519E7}" presName="sibTrans" presStyleCnt="0"/>
      <dgm:spPr/>
    </dgm:pt>
    <dgm:pt modelId="{2D7E16EC-FCD3-4982-98FE-F174ADCE0105}" type="pres">
      <dgm:prSet presAssocID="{ECC6DBCC-6A4F-4C3F-8569-1AE84B850E8D}" presName="compositeNode" presStyleCnt="0">
        <dgm:presLayoutVars>
          <dgm:bulletEnabled val="1"/>
        </dgm:presLayoutVars>
      </dgm:prSet>
      <dgm:spPr/>
    </dgm:pt>
    <dgm:pt modelId="{804CDE42-F750-43B2-962A-38DFF1259E15}" type="pres">
      <dgm:prSet presAssocID="{ECC6DBCC-6A4F-4C3F-8569-1AE84B850E8D}" presName="bgRect" presStyleLbl="alignNode1" presStyleIdx="2" presStyleCnt="4"/>
      <dgm:spPr/>
    </dgm:pt>
    <dgm:pt modelId="{9D65D581-B8DF-439E-9BC1-398B8A90D4D3}" type="pres">
      <dgm:prSet presAssocID="{7E9F5CD4-E878-464B-9391-B33F9122B96B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16EEB11B-BEA1-4AB6-B144-D70D2A453C8A}" type="pres">
      <dgm:prSet presAssocID="{ECC6DBCC-6A4F-4C3F-8569-1AE84B850E8D}" presName="nodeRect" presStyleLbl="alignNode1" presStyleIdx="2" presStyleCnt="4">
        <dgm:presLayoutVars>
          <dgm:bulletEnabled val="1"/>
        </dgm:presLayoutVars>
      </dgm:prSet>
      <dgm:spPr/>
    </dgm:pt>
    <dgm:pt modelId="{62B57F19-73F5-4AC5-A554-29ACAAEB58FD}" type="pres">
      <dgm:prSet presAssocID="{7E9F5CD4-E878-464B-9391-B33F9122B96B}" presName="sibTrans" presStyleCnt="0"/>
      <dgm:spPr/>
    </dgm:pt>
    <dgm:pt modelId="{E9A89B74-5A61-4DB8-9178-CA43A559A425}" type="pres">
      <dgm:prSet presAssocID="{01C0B9BA-F2C4-453B-BCE3-AC3393923E6E}" presName="compositeNode" presStyleCnt="0">
        <dgm:presLayoutVars>
          <dgm:bulletEnabled val="1"/>
        </dgm:presLayoutVars>
      </dgm:prSet>
      <dgm:spPr/>
    </dgm:pt>
    <dgm:pt modelId="{58452F6A-8F6F-421F-A05C-64816E62E94B}" type="pres">
      <dgm:prSet presAssocID="{01C0B9BA-F2C4-453B-BCE3-AC3393923E6E}" presName="bgRect" presStyleLbl="alignNode1" presStyleIdx="3" presStyleCnt="4"/>
      <dgm:spPr/>
    </dgm:pt>
    <dgm:pt modelId="{94F44E91-6C1A-45D8-928A-B62DBB00BA92}" type="pres">
      <dgm:prSet presAssocID="{5DD9BD7C-BC7D-4DF6-B251-6EA69C27871F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43AB8696-330A-4223-98D1-0B79567928FF}" type="pres">
      <dgm:prSet presAssocID="{01C0B9BA-F2C4-453B-BCE3-AC3393923E6E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5EFFEC10-0FC8-4834-84E6-000B672D36CC}" type="presOf" srcId="{ECC6DBCC-6A4F-4C3F-8569-1AE84B850E8D}" destId="{804CDE42-F750-43B2-962A-38DFF1259E15}" srcOrd="0" destOrd="0" presId="urn:microsoft.com/office/officeart/2016/7/layout/LinearBlockProcessNumbered"/>
    <dgm:cxn modelId="{26226511-1CE8-438A-BF29-0E83CF0BA1CC}" type="presOf" srcId="{8D38AD1C-09C6-416C-8E3F-D4400D9519E7}" destId="{B5F04FFD-C400-4671-8277-1CBF695481C4}" srcOrd="0" destOrd="0" presId="urn:microsoft.com/office/officeart/2016/7/layout/LinearBlockProcessNumbered"/>
    <dgm:cxn modelId="{21B30415-9AFC-4442-B1A3-53B24E931180}" srcId="{BA272016-5FF3-4B75-A840-236895AF7095}" destId="{01C0B9BA-F2C4-453B-BCE3-AC3393923E6E}" srcOrd="3" destOrd="0" parTransId="{94DFFA7F-0D5A-4C64-8EB4-666FFBF976E5}" sibTransId="{5DD9BD7C-BC7D-4DF6-B251-6EA69C27871F}"/>
    <dgm:cxn modelId="{BB68FA16-8FC2-4C37-972A-F77EE40A51C8}" type="presOf" srcId="{0DDDC0F0-9D95-41E7-881A-CC1209F60475}" destId="{B31CD70D-8FCA-49A0-95AA-EF26D57113D5}" srcOrd="0" destOrd="0" presId="urn:microsoft.com/office/officeart/2016/7/layout/LinearBlockProcessNumbered"/>
    <dgm:cxn modelId="{EF5A9A1F-F54A-4FE9-9A8F-21D2BD0FB663}" type="presOf" srcId="{ECC6DBCC-6A4F-4C3F-8569-1AE84B850E8D}" destId="{16EEB11B-BEA1-4AB6-B144-D70D2A453C8A}" srcOrd="1" destOrd="0" presId="urn:microsoft.com/office/officeart/2016/7/layout/LinearBlockProcessNumbered"/>
    <dgm:cxn modelId="{B629F24B-CCA9-439D-B17A-4F39FDA5EF92}" type="presOf" srcId="{7E9F5CD4-E878-464B-9391-B33F9122B96B}" destId="{9D65D581-B8DF-439E-9BC1-398B8A90D4D3}" srcOrd="0" destOrd="0" presId="urn:microsoft.com/office/officeart/2016/7/layout/LinearBlockProcessNumbered"/>
    <dgm:cxn modelId="{AF04CB76-BFA4-40DD-ABAD-6A3CA63234C0}" srcId="{BA272016-5FF3-4B75-A840-236895AF7095}" destId="{0DDDC0F0-9D95-41E7-881A-CC1209F60475}" srcOrd="1" destOrd="0" parTransId="{3E4C438A-CC6B-41F1-800F-BE6216A38A0E}" sibTransId="{8D38AD1C-09C6-416C-8E3F-D4400D9519E7}"/>
    <dgm:cxn modelId="{A9B26B58-BAD3-4F7C-A4A1-3F0809CCDBB8}" type="presOf" srcId="{4AFB9C9B-E9CF-458D-8E05-AFB58CB524A4}" destId="{736BCB20-ABD9-4A72-9C74-90A6C89B6B98}" srcOrd="1" destOrd="0" presId="urn:microsoft.com/office/officeart/2016/7/layout/LinearBlockProcessNumbered"/>
    <dgm:cxn modelId="{65435D7B-B430-41FF-83E9-5593F8548A8D}" type="presOf" srcId="{DBEAE3D5-786D-46FE-96E0-771DCA0CA9B5}" destId="{DE9A8CE5-982E-4DC0-AFB3-9E1D7445917B}" srcOrd="0" destOrd="0" presId="urn:microsoft.com/office/officeart/2016/7/layout/LinearBlockProcessNumbered"/>
    <dgm:cxn modelId="{BFBD9B8B-C436-4FCB-A083-FC8F3F72D3A2}" type="presOf" srcId="{0DDDC0F0-9D95-41E7-881A-CC1209F60475}" destId="{E5B1ED60-8D08-4FF8-8E7F-5239205FDBA0}" srcOrd="1" destOrd="0" presId="urn:microsoft.com/office/officeart/2016/7/layout/LinearBlockProcessNumbered"/>
    <dgm:cxn modelId="{E8A5938D-9D5E-4D1D-82F0-914036EFAE2C}" type="presOf" srcId="{01C0B9BA-F2C4-453B-BCE3-AC3393923E6E}" destId="{58452F6A-8F6F-421F-A05C-64816E62E94B}" srcOrd="0" destOrd="0" presId="urn:microsoft.com/office/officeart/2016/7/layout/LinearBlockProcessNumbered"/>
    <dgm:cxn modelId="{B12B8496-3F44-408E-B37C-833E4EA0C1B6}" type="presOf" srcId="{01C0B9BA-F2C4-453B-BCE3-AC3393923E6E}" destId="{43AB8696-330A-4223-98D1-0B79567928FF}" srcOrd="1" destOrd="0" presId="urn:microsoft.com/office/officeart/2016/7/layout/LinearBlockProcessNumbered"/>
    <dgm:cxn modelId="{E1E31597-C5D8-41FF-9662-D11026E7ED72}" type="presOf" srcId="{4AFB9C9B-E9CF-458D-8E05-AFB58CB524A4}" destId="{BDE88975-01C7-45ED-8AE9-4246DEF776D2}" srcOrd="0" destOrd="0" presId="urn:microsoft.com/office/officeart/2016/7/layout/LinearBlockProcessNumbered"/>
    <dgm:cxn modelId="{40D87DA7-26CD-4F0F-9535-4A363F13D1E3}" srcId="{BA272016-5FF3-4B75-A840-236895AF7095}" destId="{4AFB9C9B-E9CF-458D-8E05-AFB58CB524A4}" srcOrd="0" destOrd="0" parTransId="{3DED8A09-90AA-4EE4-B225-82314C5A8262}" sibTransId="{DBEAE3D5-786D-46FE-96E0-771DCA0CA9B5}"/>
    <dgm:cxn modelId="{B9F66CD7-E2F9-453F-B57D-B901BB751903}" type="presOf" srcId="{BA272016-5FF3-4B75-A840-236895AF7095}" destId="{8227E87E-F7CC-4664-847C-952DA19A379A}" srcOrd="0" destOrd="0" presId="urn:microsoft.com/office/officeart/2016/7/layout/LinearBlockProcessNumbered"/>
    <dgm:cxn modelId="{4B4EE0DA-1B66-4DAC-95D2-C32AE92C3D53}" srcId="{BA272016-5FF3-4B75-A840-236895AF7095}" destId="{ECC6DBCC-6A4F-4C3F-8569-1AE84B850E8D}" srcOrd="2" destOrd="0" parTransId="{39C828CD-5F3E-4F13-921C-8889AC31F567}" sibTransId="{7E9F5CD4-E878-464B-9391-B33F9122B96B}"/>
    <dgm:cxn modelId="{503921ED-717C-4D41-A399-EBFAA1CC5FBF}" type="presOf" srcId="{5DD9BD7C-BC7D-4DF6-B251-6EA69C27871F}" destId="{94F44E91-6C1A-45D8-928A-B62DBB00BA92}" srcOrd="0" destOrd="0" presId="urn:microsoft.com/office/officeart/2016/7/layout/LinearBlockProcessNumbered"/>
    <dgm:cxn modelId="{A5E7D7CF-6840-4525-BA4B-D803E0FE0BB1}" type="presParOf" srcId="{8227E87E-F7CC-4664-847C-952DA19A379A}" destId="{823BCFA9-EDE4-46A1-A4A1-3217D97A2758}" srcOrd="0" destOrd="0" presId="urn:microsoft.com/office/officeart/2016/7/layout/LinearBlockProcessNumbered"/>
    <dgm:cxn modelId="{7A5AF607-310F-47BD-A294-10812D71CDDF}" type="presParOf" srcId="{823BCFA9-EDE4-46A1-A4A1-3217D97A2758}" destId="{BDE88975-01C7-45ED-8AE9-4246DEF776D2}" srcOrd="0" destOrd="0" presId="urn:microsoft.com/office/officeart/2016/7/layout/LinearBlockProcessNumbered"/>
    <dgm:cxn modelId="{FDEB6B53-402D-4991-B5EF-F1F6A28B406C}" type="presParOf" srcId="{823BCFA9-EDE4-46A1-A4A1-3217D97A2758}" destId="{DE9A8CE5-982E-4DC0-AFB3-9E1D7445917B}" srcOrd="1" destOrd="0" presId="urn:microsoft.com/office/officeart/2016/7/layout/LinearBlockProcessNumbered"/>
    <dgm:cxn modelId="{08C8D63F-6914-4C05-8B70-23D47DBA8CCF}" type="presParOf" srcId="{823BCFA9-EDE4-46A1-A4A1-3217D97A2758}" destId="{736BCB20-ABD9-4A72-9C74-90A6C89B6B98}" srcOrd="2" destOrd="0" presId="urn:microsoft.com/office/officeart/2016/7/layout/LinearBlockProcessNumbered"/>
    <dgm:cxn modelId="{2C364FAE-3C10-42A9-80C4-0BA7996EC17D}" type="presParOf" srcId="{8227E87E-F7CC-4664-847C-952DA19A379A}" destId="{4746B2E0-35C7-45D7-B364-0945BB06FE59}" srcOrd="1" destOrd="0" presId="urn:microsoft.com/office/officeart/2016/7/layout/LinearBlockProcessNumbered"/>
    <dgm:cxn modelId="{E396A799-40AF-4E3A-A688-0B5267213942}" type="presParOf" srcId="{8227E87E-F7CC-4664-847C-952DA19A379A}" destId="{7F4CA43F-602D-41B3-B230-9CE875BE2A42}" srcOrd="2" destOrd="0" presId="urn:microsoft.com/office/officeart/2016/7/layout/LinearBlockProcessNumbered"/>
    <dgm:cxn modelId="{53EAB681-3559-43BF-B56D-FF3DF12E419B}" type="presParOf" srcId="{7F4CA43F-602D-41B3-B230-9CE875BE2A42}" destId="{B31CD70D-8FCA-49A0-95AA-EF26D57113D5}" srcOrd="0" destOrd="0" presId="urn:microsoft.com/office/officeart/2016/7/layout/LinearBlockProcessNumbered"/>
    <dgm:cxn modelId="{12A56E54-4A23-4756-838C-5D09985C0CB2}" type="presParOf" srcId="{7F4CA43F-602D-41B3-B230-9CE875BE2A42}" destId="{B5F04FFD-C400-4671-8277-1CBF695481C4}" srcOrd="1" destOrd="0" presId="urn:microsoft.com/office/officeart/2016/7/layout/LinearBlockProcessNumbered"/>
    <dgm:cxn modelId="{6425FB95-8272-4694-80BA-D04001E8F501}" type="presParOf" srcId="{7F4CA43F-602D-41B3-B230-9CE875BE2A42}" destId="{E5B1ED60-8D08-4FF8-8E7F-5239205FDBA0}" srcOrd="2" destOrd="0" presId="urn:microsoft.com/office/officeart/2016/7/layout/LinearBlockProcessNumbered"/>
    <dgm:cxn modelId="{B7B6018E-6C43-40C4-B232-8E2138152915}" type="presParOf" srcId="{8227E87E-F7CC-4664-847C-952DA19A379A}" destId="{FC1812CA-A13C-4879-9839-04245F8B8749}" srcOrd="3" destOrd="0" presId="urn:microsoft.com/office/officeart/2016/7/layout/LinearBlockProcessNumbered"/>
    <dgm:cxn modelId="{203A54CB-E81D-4103-B002-EE8F5C183809}" type="presParOf" srcId="{8227E87E-F7CC-4664-847C-952DA19A379A}" destId="{2D7E16EC-FCD3-4982-98FE-F174ADCE0105}" srcOrd="4" destOrd="0" presId="urn:microsoft.com/office/officeart/2016/7/layout/LinearBlockProcessNumbered"/>
    <dgm:cxn modelId="{4F66CD0E-3716-4ACA-941A-2C43F9BF4C21}" type="presParOf" srcId="{2D7E16EC-FCD3-4982-98FE-F174ADCE0105}" destId="{804CDE42-F750-43B2-962A-38DFF1259E15}" srcOrd="0" destOrd="0" presId="urn:microsoft.com/office/officeart/2016/7/layout/LinearBlockProcessNumbered"/>
    <dgm:cxn modelId="{F28A430A-DD36-477C-9DDB-B6D020E0A4E9}" type="presParOf" srcId="{2D7E16EC-FCD3-4982-98FE-F174ADCE0105}" destId="{9D65D581-B8DF-439E-9BC1-398B8A90D4D3}" srcOrd="1" destOrd="0" presId="urn:microsoft.com/office/officeart/2016/7/layout/LinearBlockProcessNumbered"/>
    <dgm:cxn modelId="{DC00CE6F-EF6D-4581-8AF5-6AFF308CB5E8}" type="presParOf" srcId="{2D7E16EC-FCD3-4982-98FE-F174ADCE0105}" destId="{16EEB11B-BEA1-4AB6-B144-D70D2A453C8A}" srcOrd="2" destOrd="0" presId="urn:microsoft.com/office/officeart/2016/7/layout/LinearBlockProcessNumbered"/>
    <dgm:cxn modelId="{26E9E8FF-2EDE-4578-BFAD-7CA30287D9C5}" type="presParOf" srcId="{8227E87E-F7CC-4664-847C-952DA19A379A}" destId="{62B57F19-73F5-4AC5-A554-29ACAAEB58FD}" srcOrd="5" destOrd="0" presId="urn:microsoft.com/office/officeart/2016/7/layout/LinearBlockProcessNumbered"/>
    <dgm:cxn modelId="{C7BF8251-31DF-4E43-8438-AC1E0ADD73B9}" type="presParOf" srcId="{8227E87E-F7CC-4664-847C-952DA19A379A}" destId="{E9A89B74-5A61-4DB8-9178-CA43A559A425}" srcOrd="6" destOrd="0" presId="urn:microsoft.com/office/officeart/2016/7/layout/LinearBlockProcessNumbered"/>
    <dgm:cxn modelId="{30B80BB9-2B4E-474B-809A-F9A6B6E4112F}" type="presParOf" srcId="{E9A89B74-5A61-4DB8-9178-CA43A559A425}" destId="{58452F6A-8F6F-421F-A05C-64816E62E94B}" srcOrd="0" destOrd="0" presId="urn:microsoft.com/office/officeart/2016/7/layout/LinearBlockProcessNumbered"/>
    <dgm:cxn modelId="{4DA43A8A-3215-46C0-9BA0-444E8E0DF12E}" type="presParOf" srcId="{E9A89B74-5A61-4DB8-9178-CA43A559A425}" destId="{94F44E91-6C1A-45D8-928A-B62DBB00BA92}" srcOrd="1" destOrd="0" presId="urn:microsoft.com/office/officeart/2016/7/layout/LinearBlockProcessNumbered"/>
    <dgm:cxn modelId="{CB66AB37-E8F4-4F7E-8BAE-8148A497E52C}" type="presParOf" srcId="{E9A89B74-5A61-4DB8-9178-CA43A559A425}" destId="{43AB8696-330A-4223-98D1-0B79567928F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F500C0-160F-4AB7-BCEC-D9270CA4B2E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1F5E764-9DEC-4B2B-8A3F-A7A177EBE183}">
      <dgm:prSet/>
      <dgm:spPr/>
      <dgm:t>
        <a:bodyPr/>
        <a:lstStyle/>
        <a:p>
          <a:pPr>
            <a:defRPr cap="all"/>
          </a:pPr>
          <a:r>
            <a:rPr lang="en-US" b="1" i="0" baseline="0"/>
            <a:t>Top 5 products</a:t>
          </a:r>
          <a:r>
            <a:rPr lang="en-US" b="0" i="0" baseline="0"/>
            <a:t> contribute ~50% of total sales.</a:t>
          </a:r>
          <a:endParaRPr lang="en-US"/>
        </a:p>
      </dgm:t>
    </dgm:pt>
    <dgm:pt modelId="{81F66001-3A7A-44A4-88DE-6A34FA40019B}" type="parTrans" cxnId="{23E67638-9938-4EF9-B29A-A8E1FA18A952}">
      <dgm:prSet/>
      <dgm:spPr/>
      <dgm:t>
        <a:bodyPr/>
        <a:lstStyle/>
        <a:p>
          <a:endParaRPr lang="en-US"/>
        </a:p>
      </dgm:t>
    </dgm:pt>
    <dgm:pt modelId="{417F450F-5129-4DEF-B2B4-30B30AED87C1}" type="sibTrans" cxnId="{23E67638-9938-4EF9-B29A-A8E1FA18A952}">
      <dgm:prSet/>
      <dgm:spPr/>
      <dgm:t>
        <a:bodyPr/>
        <a:lstStyle/>
        <a:p>
          <a:endParaRPr lang="en-US"/>
        </a:p>
      </dgm:t>
    </dgm:pt>
    <dgm:pt modelId="{268BF56E-B293-40E5-90B8-D8106F366E86}">
      <dgm:prSet/>
      <dgm:spPr/>
      <dgm:t>
        <a:bodyPr/>
        <a:lstStyle/>
        <a:p>
          <a:pPr>
            <a:defRPr cap="all"/>
          </a:pPr>
          <a:r>
            <a:rPr lang="en-US" b="0" i="1" baseline="0"/>
            <a:t>Product A</a:t>
          </a:r>
          <a:r>
            <a:rPr lang="en-US" b="0" i="0" baseline="0"/>
            <a:t> → highest revenue (15% of total).</a:t>
          </a:r>
          <a:endParaRPr lang="en-US"/>
        </a:p>
      </dgm:t>
    </dgm:pt>
    <dgm:pt modelId="{901416FB-6DB8-4659-BDE6-1FFD0335B567}" type="parTrans" cxnId="{72BD0351-D7FE-4355-AB38-FEC976AEB4D3}">
      <dgm:prSet/>
      <dgm:spPr/>
      <dgm:t>
        <a:bodyPr/>
        <a:lstStyle/>
        <a:p>
          <a:endParaRPr lang="en-US"/>
        </a:p>
      </dgm:t>
    </dgm:pt>
    <dgm:pt modelId="{AF65FDB6-7A29-4D2F-BE2B-1301C6EB7225}" type="sibTrans" cxnId="{72BD0351-D7FE-4355-AB38-FEC976AEB4D3}">
      <dgm:prSet/>
      <dgm:spPr/>
      <dgm:t>
        <a:bodyPr/>
        <a:lstStyle/>
        <a:p>
          <a:endParaRPr lang="en-US"/>
        </a:p>
      </dgm:t>
    </dgm:pt>
    <dgm:pt modelId="{C8C75DB6-09ED-40AC-88EB-0AD26E620A9F}">
      <dgm:prSet/>
      <dgm:spPr/>
      <dgm:t>
        <a:bodyPr/>
        <a:lstStyle/>
        <a:p>
          <a:pPr>
            <a:defRPr cap="all"/>
          </a:pPr>
          <a:r>
            <a:rPr lang="en-US" b="0" i="1" baseline="0"/>
            <a:t>Product B</a:t>
          </a:r>
          <a:r>
            <a:rPr lang="en-US" b="0" i="0" baseline="0"/>
            <a:t> → high revenue, low units → high price.</a:t>
          </a:r>
          <a:endParaRPr lang="en-US"/>
        </a:p>
      </dgm:t>
    </dgm:pt>
    <dgm:pt modelId="{10828C87-42F5-4126-80D0-8FB93E09125E}" type="parTrans" cxnId="{E47BFF65-AA8D-4BBF-AFBC-AD21ACBDF28E}">
      <dgm:prSet/>
      <dgm:spPr/>
      <dgm:t>
        <a:bodyPr/>
        <a:lstStyle/>
        <a:p>
          <a:endParaRPr lang="en-US"/>
        </a:p>
      </dgm:t>
    </dgm:pt>
    <dgm:pt modelId="{5B24FD2E-1F55-4DD0-BB5A-15AA22EC5A26}" type="sibTrans" cxnId="{E47BFF65-AA8D-4BBF-AFBC-AD21ACBDF28E}">
      <dgm:prSet/>
      <dgm:spPr/>
      <dgm:t>
        <a:bodyPr/>
        <a:lstStyle/>
        <a:p>
          <a:endParaRPr lang="en-US"/>
        </a:p>
      </dgm:t>
    </dgm:pt>
    <dgm:pt modelId="{291C1597-D630-4CD8-93BD-11594FBB57AA}">
      <dgm:prSet/>
      <dgm:spPr/>
      <dgm:t>
        <a:bodyPr/>
        <a:lstStyle/>
        <a:p>
          <a:pPr>
            <a:defRPr cap="all"/>
          </a:pPr>
          <a:r>
            <a:rPr lang="en-US" b="0" i="1" baseline="0"/>
            <a:t>Product C</a:t>
          </a:r>
          <a:r>
            <a:rPr lang="en-US" b="0" i="0" baseline="0"/>
            <a:t> → high units, moderate revenue → popular item.</a:t>
          </a:r>
          <a:endParaRPr lang="en-US"/>
        </a:p>
      </dgm:t>
    </dgm:pt>
    <dgm:pt modelId="{21BFE9B8-7A68-4AC9-85F4-864134214E48}" type="parTrans" cxnId="{8CCA6155-CC13-4E08-B0EC-53FA32848DA9}">
      <dgm:prSet/>
      <dgm:spPr/>
      <dgm:t>
        <a:bodyPr/>
        <a:lstStyle/>
        <a:p>
          <a:endParaRPr lang="en-US"/>
        </a:p>
      </dgm:t>
    </dgm:pt>
    <dgm:pt modelId="{686741A6-7936-405A-A143-C13084DBCB27}" type="sibTrans" cxnId="{8CCA6155-CC13-4E08-B0EC-53FA32848DA9}">
      <dgm:prSet/>
      <dgm:spPr/>
      <dgm:t>
        <a:bodyPr/>
        <a:lstStyle/>
        <a:p>
          <a:endParaRPr lang="en-US"/>
        </a:p>
      </dgm:t>
    </dgm:pt>
    <dgm:pt modelId="{CC02BFBD-578B-43CA-A68F-A5AAEF72F384}">
      <dgm:prSet/>
      <dgm:spPr/>
      <dgm:t>
        <a:bodyPr/>
        <a:lstStyle/>
        <a:p>
          <a:pPr>
            <a:defRPr cap="all"/>
          </a:pPr>
          <a:r>
            <a:rPr lang="en-US" b="1" i="0" baseline="0"/>
            <a:t>Recommendation:</a:t>
          </a:r>
          <a:r>
            <a:rPr lang="en-US" b="0" i="0" baseline="0"/>
            <a:t> Focus on inventory &amp; promotions for top products.</a:t>
          </a:r>
          <a:endParaRPr lang="en-US"/>
        </a:p>
      </dgm:t>
    </dgm:pt>
    <dgm:pt modelId="{8074461B-406B-4777-92D2-AA86D16BD992}" type="parTrans" cxnId="{D1F04050-30BB-4849-BBC0-952C67408FEB}">
      <dgm:prSet/>
      <dgm:spPr/>
      <dgm:t>
        <a:bodyPr/>
        <a:lstStyle/>
        <a:p>
          <a:endParaRPr lang="en-US"/>
        </a:p>
      </dgm:t>
    </dgm:pt>
    <dgm:pt modelId="{73E04CEC-3626-4279-B6C4-4B87184A5CCA}" type="sibTrans" cxnId="{D1F04050-30BB-4849-BBC0-952C67408FEB}">
      <dgm:prSet/>
      <dgm:spPr/>
      <dgm:t>
        <a:bodyPr/>
        <a:lstStyle/>
        <a:p>
          <a:endParaRPr lang="en-US"/>
        </a:p>
      </dgm:t>
    </dgm:pt>
    <dgm:pt modelId="{EAD42663-E7FB-44BA-89CB-EBC07AECDD1D}" type="pres">
      <dgm:prSet presAssocID="{72F500C0-160F-4AB7-BCEC-D9270CA4B2E9}" presName="root" presStyleCnt="0">
        <dgm:presLayoutVars>
          <dgm:dir/>
          <dgm:resizeHandles val="exact"/>
        </dgm:presLayoutVars>
      </dgm:prSet>
      <dgm:spPr/>
    </dgm:pt>
    <dgm:pt modelId="{25B8E867-F5D3-4F0F-9AD9-E33050846CE4}" type="pres">
      <dgm:prSet presAssocID="{81F5E764-9DEC-4B2B-8A3F-A7A177EBE183}" presName="compNode" presStyleCnt="0"/>
      <dgm:spPr/>
    </dgm:pt>
    <dgm:pt modelId="{351A2F97-930F-446E-AFF5-B17C8B913F2B}" type="pres">
      <dgm:prSet presAssocID="{81F5E764-9DEC-4B2B-8A3F-A7A177EBE183}" presName="iconBgRect" presStyleLbl="bgShp" presStyleIdx="0" presStyleCnt="5"/>
      <dgm:spPr/>
    </dgm:pt>
    <dgm:pt modelId="{B87AB014-C45A-4DF8-9E4A-3AF1BB18EF14}" type="pres">
      <dgm:prSet presAssocID="{81F5E764-9DEC-4B2B-8A3F-A7A177EBE18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05B96BF-BC03-40A9-AB08-6470E8F37F0A}" type="pres">
      <dgm:prSet presAssocID="{81F5E764-9DEC-4B2B-8A3F-A7A177EBE183}" presName="spaceRect" presStyleCnt="0"/>
      <dgm:spPr/>
    </dgm:pt>
    <dgm:pt modelId="{42EFF719-2BFD-4FAD-9222-C200D3ACC2D2}" type="pres">
      <dgm:prSet presAssocID="{81F5E764-9DEC-4B2B-8A3F-A7A177EBE183}" presName="textRect" presStyleLbl="revTx" presStyleIdx="0" presStyleCnt="5">
        <dgm:presLayoutVars>
          <dgm:chMax val="1"/>
          <dgm:chPref val="1"/>
        </dgm:presLayoutVars>
      </dgm:prSet>
      <dgm:spPr/>
    </dgm:pt>
    <dgm:pt modelId="{27F03662-1FDB-4831-93C6-97ED0F715F7A}" type="pres">
      <dgm:prSet presAssocID="{417F450F-5129-4DEF-B2B4-30B30AED87C1}" presName="sibTrans" presStyleCnt="0"/>
      <dgm:spPr/>
    </dgm:pt>
    <dgm:pt modelId="{84C1024B-D3EE-4F08-AE3B-BE57199AB659}" type="pres">
      <dgm:prSet presAssocID="{268BF56E-B293-40E5-90B8-D8106F366E86}" presName="compNode" presStyleCnt="0"/>
      <dgm:spPr/>
    </dgm:pt>
    <dgm:pt modelId="{570D8717-A4FC-4559-BC29-89E62135A044}" type="pres">
      <dgm:prSet presAssocID="{268BF56E-B293-40E5-90B8-D8106F366E86}" presName="iconBgRect" presStyleLbl="bgShp" presStyleIdx="1" presStyleCnt="5"/>
      <dgm:spPr/>
    </dgm:pt>
    <dgm:pt modelId="{24CF0388-E575-4C9C-AE59-DD3826E37B77}" type="pres">
      <dgm:prSet presAssocID="{268BF56E-B293-40E5-90B8-D8106F366E8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C4946E3-644A-4856-AECE-5C991662E285}" type="pres">
      <dgm:prSet presAssocID="{268BF56E-B293-40E5-90B8-D8106F366E86}" presName="spaceRect" presStyleCnt="0"/>
      <dgm:spPr/>
    </dgm:pt>
    <dgm:pt modelId="{1953508A-CCFC-4C1E-905E-60E8E54FF7D2}" type="pres">
      <dgm:prSet presAssocID="{268BF56E-B293-40E5-90B8-D8106F366E86}" presName="textRect" presStyleLbl="revTx" presStyleIdx="1" presStyleCnt="5">
        <dgm:presLayoutVars>
          <dgm:chMax val="1"/>
          <dgm:chPref val="1"/>
        </dgm:presLayoutVars>
      </dgm:prSet>
      <dgm:spPr/>
    </dgm:pt>
    <dgm:pt modelId="{E89766C7-1355-464C-B7B1-1FAF5AB0FE31}" type="pres">
      <dgm:prSet presAssocID="{AF65FDB6-7A29-4D2F-BE2B-1301C6EB7225}" presName="sibTrans" presStyleCnt="0"/>
      <dgm:spPr/>
    </dgm:pt>
    <dgm:pt modelId="{EF1B1D0C-8394-48AA-B8F1-8AEB8A0DE3B5}" type="pres">
      <dgm:prSet presAssocID="{C8C75DB6-09ED-40AC-88EB-0AD26E620A9F}" presName="compNode" presStyleCnt="0"/>
      <dgm:spPr/>
    </dgm:pt>
    <dgm:pt modelId="{4F9084F1-A516-49B0-BDFB-3C4E8B5B0583}" type="pres">
      <dgm:prSet presAssocID="{C8C75DB6-09ED-40AC-88EB-0AD26E620A9F}" presName="iconBgRect" presStyleLbl="bgShp" presStyleIdx="2" presStyleCnt="5"/>
      <dgm:spPr/>
    </dgm:pt>
    <dgm:pt modelId="{ECA4F86A-161B-4A5A-AA9F-D3E2DA56CB3E}" type="pres">
      <dgm:prSet presAssocID="{C8C75DB6-09ED-40AC-88EB-0AD26E620A9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06A5AAFD-8631-4C83-BDB9-728BC881F908}" type="pres">
      <dgm:prSet presAssocID="{C8C75DB6-09ED-40AC-88EB-0AD26E620A9F}" presName="spaceRect" presStyleCnt="0"/>
      <dgm:spPr/>
    </dgm:pt>
    <dgm:pt modelId="{06C8D723-021B-42A9-A4D8-ED13B72DDA09}" type="pres">
      <dgm:prSet presAssocID="{C8C75DB6-09ED-40AC-88EB-0AD26E620A9F}" presName="textRect" presStyleLbl="revTx" presStyleIdx="2" presStyleCnt="5">
        <dgm:presLayoutVars>
          <dgm:chMax val="1"/>
          <dgm:chPref val="1"/>
        </dgm:presLayoutVars>
      </dgm:prSet>
      <dgm:spPr/>
    </dgm:pt>
    <dgm:pt modelId="{B9AFEB4E-9669-4547-8D97-4D432E73941F}" type="pres">
      <dgm:prSet presAssocID="{5B24FD2E-1F55-4DD0-BB5A-15AA22EC5A26}" presName="sibTrans" presStyleCnt="0"/>
      <dgm:spPr/>
    </dgm:pt>
    <dgm:pt modelId="{E4E17729-40D7-4ECE-9963-B57A12EBC305}" type="pres">
      <dgm:prSet presAssocID="{291C1597-D630-4CD8-93BD-11594FBB57AA}" presName="compNode" presStyleCnt="0"/>
      <dgm:spPr/>
    </dgm:pt>
    <dgm:pt modelId="{27B2F8DE-A244-4277-9248-3097C285B5D0}" type="pres">
      <dgm:prSet presAssocID="{291C1597-D630-4CD8-93BD-11594FBB57AA}" presName="iconBgRect" presStyleLbl="bgShp" presStyleIdx="3" presStyleCnt="5"/>
      <dgm:spPr/>
    </dgm:pt>
    <dgm:pt modelId="{FDE2DFFA-1518-4380-9F20-04C5AF867BC6}" type="pres">
      <dgm:prSet presAssocID="{291C1597-D630-4CD8-93BD-11594FBB57A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D87B1C2-A97A-4118-BE20-743F70A61D4F}" type="pres">
      <dgm:prSet presAssocID="{291C1597-D630-4CD8-93BD-11594FBB57AA}" presName="spaceRect" presStyleCnt="0"/>
      <dgm:spPr/>
    </dgm:pt>
    <dgm:pt modelId="{3EA75C7A-75F4-48FA-BEC1-C9CF2897397A}" type="pres">
      <dgm:prSet presAssocID="{291C1597-D630-4CD8-93BD-11594FBB57AA}" presName="textRect" presStyleLbl="revTx" presStyleIdx="3" presStyleCnt="5">
        <dgm:presLayoutVars>
          <dgm:chMax val="1"/>
          <dgm:chPref val="1"/>
        </dgm:presLayoutVars>
      </dgm:prSet>
      <dgm:spPr/>
    </dgm:pt>
    <dgm:pt modelId="{6FB9BA84-92F1-49E1-B961-0109F02CF85C}" type="pres">
      <dgm:prSet presAssocID="{686741A6-7936-405A-A143-C13084DBCB27}" presName="sibTrans" presStyleCnt="0"/>
      <dgm:spPr/>
    </dgm:pt>
    <dgm:pt modelId="{44CB5518-5B77-4AE0-9225-D52CE14F2324}" type="pres">
      <dgm:prSet presAssocID="{CC02BFBD-578B-43CA-A68F-A5AAEF72F384}" presName="compNode" presStyleCnt="0"/>
      <dgm:spPr/>
    </dgm:pt>
    <dgm:pt modelId="{3B2FA134-8AC5-492A-ADD9-478436D99F3B}" type="pres">
      <dgm:prSet presAssocID="{CC02BFBD-578B-43CA-A68F-A5AAEF72F384}" presName="iconBgRect" presStyleLbl="bgShp" presStyleIdx="4" presStyleCnt="5"/>
      <dgm:spPr/>
    </dgm:pt>
    <dgm:pt modelId="{4A6C3683-A772-4E94-8B87-7C63822DD4A9}" type="pres">
      <dgm:prSet presAssocID="{CC02BFBD-578B-43CA-A68F-A5AAEF72F38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CDC84D89-B348-47CE-87E3-0D77F74FB537}" type="pres">
      <dgm:prSet presAssocID="{CC02BFBD-578B-43CA-A68F-A5AAEF72F384}" presName="spaceRect" presStyleCnt="0"/>
      <dgm:spPr/>
    </dgm:pt>
    <dgm:pt modelId="{961374A5-8BF0-4877-BEDF-AE72E32D9D32}" type="pres">
      <dgm:prSet presAssocID="{CC02BFBD-578B-43CA-A68F-A5AAEF72F38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3E67638-9938-4EF9-B29A-A8E1FA18A952}" srcId="{72F500C0-160F-4AB7-BCEC-D9270CA4B2E9}" destId="{81F5E764-9DEC-4B2B-8A3F-A7A177EBE183}" srcOrd="0" destOrd="0" parTransId="{81F66001-3A7A-44A4-88DE-6A34FA40019B}" sibTransId="{417F450F-5129-4DEF-B2B4-30B30AED87C1}"/>
    <dgm:cxn modelId="{E47BFF65-AA8D-4BBF-AFBC-AD21ACBDF28E}" srcId="{72F500C0-160F-4AB7-BCEC-D9270CA4B2E9}" destId="{C8C75DB6-09ED-40AC-88EB-0AD26E620A9F}" srcOrd="2" destOrd="0" parTransId="{10828C87-42F5-4126-80D0-8FB93E09125E}" sibTransId="{5B24FD2E-1F55-4DD0-BB5A-15AA22EC5A26}"/>
    <dgm:cxn modelId="{E9726167-98B1-4337-B3CA-EFEAD6669F3C}" type="presOf" srcId="{CC02BFBD-578B-43CA-A68F-A5AAEF72F384}" destId="{961374A5-8BF0-4877-BEDF-AE72E32D9D32}" srcOrd="0" destOrd="0" presId="urn:microsoft.com/office/officeart/2018/5/layout/IconCircleLabelList"/>
    <dgm:cxn modelId="{5C0C196B-6453-4F53-8BB6-D23CBB308927}" type="presOf" srcId="{81F5E764-9DEC-4B2B-8A3F-A7A177EBE183}" destId="{42EFF719-2BFD-4FAD-9222-C200D3ACC2D2}" srcOrd="0" destOrd="0" presId="urn:microsoft.com/office/officeart/2018/5/layout/IconCircleLabelList"/>
    <dgm:cxn modelId="{D1F04050-30BB-4849-BBC0-952C67408FEB}" srcId="{72F500C0-160F-4AB7-BCEC-D9270CA4B2E9}" destId="{CC02BFBD-578B-43CA-A68F-A5AAEF72F384}" srcOrd="4" destOrd="0" parTransId="{8074461B-406B-4777-92D2-AA86D16BD992}" sibTransId="{73E04CEC-3626-4279-B6C4-4B87184A5CCA}"/>
    <dgm:cxn modelId="{D671A250-6036-4192-B218-208684FBBBDA}" type="presOf" srcId="{291C1597-D630-4CD8-93BD-11594FBB57AA}" destId="{3EA75C7A-75F4-48FA-BEC1-C9CF2897397A}" srcOrd="0" destOrd="0" presId="urn:microsoft.com/office/officeart/2018/5/layout/IconCircleLabelList"/>
    <dgm:cxn modelId="{72BD0351-D7FE-4355-AB38-FEC976AEB4D3}" srcId="{72F500C0-160F-4AB7-BCEC-D9270CA4B2E9}" destId="{268BF56E-B293-40E5-90B8-D8106F366E86}" srcOrd="1" destOrd="0" parTransId="{901416FB-6DB8-4659-BDE6-1FFD0335B567}" sibTransId="{AF65FDB6-7A29-4D2F-BE2B-1301C6EB7225}"/>
    <dgm:cxn modelId="{8CCA6155-CC13-4E08-B0EC-53FA32848DA9}" srcId="{72F500C0-160F-4AB7-BCEC-D9270CA4B2E9}" destId="{291C1597-D630-4CD8-93BD-11594FBB57AA}" srcOrd="3" destOrd="0" parTransId="{21BFE9B8-7A68-4AC9-85F4-864134214E48}" sibTransId="{686741A6-7936-405A-A143-C13084DBCB27}"/>
    <dgm:cxn modelId="{64DC86D2-AAA6-4B41-AD98-849C2ABAB770}" type="presOf" srcId="{C8C75DB6-09ED-40AC-88EB-0AD26E620A9F}" destId="{06C8D723-021B-42A9-A4D8-ED13B72DDA09}" srcOrd="0" destOrd="0" presId="urn:microsoft.com/office/officeart/2018/5/layout/IconCircleLabelList"/>
    <dgm:cxn modelId="{81A30CEC-13AF-4BB4-A47D-B729FA4C3941}" type="presOf" srcId="{268BF56E-B293-40E5-90B8-D8106F366E86}" destId="{1953508A-CCFC-4C1E-905E-60E8E54FF7D2}" srcOrd="0" destOrd="0" presId="urn:microsoft.com/office/officeart/2018/5/layout/IconCircleLabelList"/>
    <dgm:cxn modelId="{343A78FA-9F87-4FE2-AB71-D2EBAA0F03C9}" type="presOf" srcId="{72F500C0-160F-4AB7-BCEC-D9270CA4B2E9}" destId="{EAD42663-E7FB-44BA-89CB-EBC07AECDD1D}" srcOrd="0" destOrd="0" presId="urn:microsoft.com/office/officeart/2018/5/layout/IconCircleLabelList"/>
    <dgm:cxn modelId="{767FB039-7BE7-4A06-B15B-CAE3CF1F279D}" type="presParOf" srcId="{EAD42663-E7FB-44BA-89CB-EBC07AECDD1D}" destId="{25B8E867-F5D3-4F0F-9AD9-E33050846CE4}" srcOrd="0" destOrd="0" presId="urn:microsoft.com/office/officeart/2018/5/layout/IconCircleLabelList"/>
    <dgm:cxn modelId="{B4E440C3-E5A9-4225-8BF4-4BF55AEC359A}" type="presParOf" srcId="{25B8E867-F5D3-4F0F-9AD9-E33050846CE4}" destId="{351A2F97-930F-446E-AFF5-B17C8B913F2B}" srcOrd="0" destOrd="0" presId="urn:microsoft.com/office/officeart/2018/5/layout/IconCircleLabelList"/>
    <dgm:cxn modelId="{913DDC55-903D-4752-8EE2-A47B377B048B}" type="presParOf" srcId="{25B8E867-F5D3-4F0F-9AD9-E33050846CE4}" destId="{B87AB014-C45A-4DF8-9E4A-3AF1BB18EF14}" srcOrd="1" destOrd="0" presId="urn:microsoft.com/office/officeart/2018/5/layout/IconCircleLabelList"/>
    <dgm:cxn modelId="{791E828C-5BCC-4C31-AA75-7BBBF3850968}" type="presParOf" srcId="{25B8E867-F5D3-4F0F-9AD9-E33050846CE4}" destId="{C05B96BF-BC03-40A9-AB08-6470E8F37F0A}" srcOrd="2" destOrd="0" presId="urn:microsoft.com/office/officeart/2018/5/layout/IconCircleLabelList"/>
    <dgm:cxn modelId="{BD2BA36D-BCD3-4E5C-BC49-84E6060BAA42}" type="presParOf" srcId="{25B8E867-F5D3-4F0F-9AD9-E33050846CE4}" destId="{42EFF719-2BFD-4FAD-9222-C200D3ACC2D2}" srcOrd="3" destOrd="0" presId="urn:microsoft.com/office/officeart/2018/5/layout/IconCircleLabelList"/>
    <dgm:cxn modelId="{7685AEF1-D972-49D6-9993-DF720C961E71}" type="presParOf" srcId="{EAD42663-E7FB-44BA-89CB-EBC07AECDD1D}" destId="{27F03662-1FDB-4831-93C6-97ED0F715F7A}" srcOrd="1" destOrd="0" presId="urn:microsoft.com/office/officeart/2018/5/layout/IconCircleLabelList"/>
    <dgm:cxn modelId="{C56AD600-CCCA-44EA-91A8-7825B0ADE0CD}" type="presParOf" srcId="{EAD42663-E7FB-44BA-89CB-EBC07AECDD1D}" destId="{84C1024B-D3EE-4F08-AE3B-BE57199AB659}" srcOrd="2" destOrd="0" presId="urn:microsoft.com/office/officeart/2018/5/layout/IconCircleLabelList"/>
    <dgm:cxn modelId="{EC588238-368E-41B4-BA67-4B3CBCD58BCB}" type="presParOf" srcId="{84C1024B-D3EE-4F08-AE3B-BE57199AB659}" destId="{570D8717-A4FC-4559-BC29-89E62135A044}" srcOrd="0" destOrd="0" presId="urn:microsoft.com/office/officeart/2018/5/layout/IconCircleLabelList"/>
    <dgm:cxn modelId="{214367E6-196F-4FEC-8389-6D14D56AB433}" type="presParOf" srcId="{84C1024B-D3EE-4F08-AE3B-BE57199AB659}" destId="{24CF0388-E575-4C9C-AE59-DD3826E37B77}" srcOrd="1" destOrd="0" presId="urn:microsoft.com/office/officeart/2018/5/layout/IconCircleLabelList"/>
    <dgm:cxn modelId="{88F0257D-F650-4AAA-84AE-B749E95FC806}" type="presParOf" srcId="{84C1024B-D3EE-4F08-AE3B-BE57199AB659}" destId="{9C4946E3-644A-4856-AECE-5C991662E285}" srcOrd="2" destOrd="0" presId="urn:microsoft.com/office/officeart/2018/5/layout/IconCircleLabelList"/>
    <dgm:cxn modelId="{6A64731B-CE89-4FC4-ABE4-AFCD847065BE}" type="presParOf" srcId="{84C1024B-D3EE-4F08-AE3B-BE57199AB659}" destId="{1953508A-CCFC-4C1E-905E-60E8E54FF7D2}" srcOrd="3" destOrd="0" presId="urn:microsoft.com/office/officeart/2018/5/layout/IconCircleLabelList"/>
    <dgm:cxn modelId="{600D83B4-77A4-43DB-AA8C-9E68D5EA58AC}" type="presParOf" srcId="{EAD42663-E7FB-44BA-89CB-EBC07AECDD1D}" destId="{E89766C7-1355-464C-B7B1-1FAF5AB0FE31}" srcOrd="3" destOrd="0" presId="urn:microsoft.com/office/officeart/2018/5/layout/IconCircleLabelList"/>
    <dgm:cxn modelId="{10EF1BDF-AB48-4125-8399-38504FCFF301}" type="presParOf" srcId="{EAD42663-E7FB-44BA-89CB-EBC07AECDD1D}" destId="{EF1B1D0C-8394-48AA-B8F1-8AEB8A0DE3B5}" srcOrd="4" destOrd="0" presId="urn:microsoft.com/office/officeart/2018/5/layout/IconCircleLabelList"/>
    <dgm:cxn modelId="{4BC8885C-695A-4028-ABEF-C26BC34C91AD}" type="presParOf" srcId="{EF1B1D0C-8394-48AA-B8F1-8AEB8A0DE3B5}" destId="{4F9084F1-A516-49B0-BDFB-3C4E8B5B0583}" srcOrd="0" destOrd="0" presId="urn:microsoft.com/office/officeart/2018/5/layout/IconCircleLabelList"/>
    <dgm:cxn modelId="{78F9D061-C95A-472E-A0B9-DF5D1F5F0AB9}" type="presParOf" srcId="{EF1B1D0C-8394-48AA-B8F1-8AEB8A0DE3B5}" destId="{ECA4F86A-161B-4A5A-AA9F-D3E2DA56CB3E}" srcOrd="1" destOrd="0" presId="urn:microsoft.com/office/officeart/2018/5/layout/IconCircleLabelList"/>
    <dgm:cxn modelId="{A2C5F99E-A649-4864-A2AB-26869B7D60B1}" type="presParOf" srcId="{EF1B1D0C-8394-48AA-B8F1-8AEB8A0DE3B5}" destId="{06A5AAFD-8631-4C83-BDB9-728BC881F908}" srcOrd="2" destOrd="0" presId="urn:microsoft.com/office/officeart/2018/5/layout/IconCircleLabelList"/>
    <dgm:cxn modelId="{7BA5E592-72F3-4738-A261-4BC80D685985}" type="presParOf" srcId="{EF1B1D0C-8394-48AA-B8F1-8AEB8A0DE3B5}" destId="{06C8D723-021B-42A9-A4D8-ED13B72DDA09}" srcOrd="3" destOrd="0" presId="urn:microsoft.com/office/officeart/2018/5/layout/IconCircleLabelList"/>
    <dgm:cxn modelId="{18E708BD-754B-492A-BFD4-709ACDCADF8B}" type="presParOf" srcId="{EAD42663-E7FB-44BA-89CB-EBC07AECDD1D}" destId="{B9AFEB4E-9669-4547-8D97-4D432E73941F}" srcOrd="5" destOrd="0" presId="urn:microsoft.com/office/officeart/2018/5/layout/IconCircleLabelList"/>
    <dgm:cxn modelId="{59F6F9AB-FA53-4DB5-9302-D85647704CF6}" type="presParOf" srcId="{EAD42663-E7FB-44BA-89CB-EBC07AECDD1D}" destId="{E4E17729-40D7-4ECE-9963-B57A12EBC305}" srcOrd="6" destOrd="0" presId="urn:microsoft.com/office/officeart/2018/5/layout/IconCircleLabelList"/>
    <dgm:cxn modelId="{82CEC9A0-490D-4106-A6DE-01B0388E4EBA}" type="presParOf" srcId="{E4E17729-40D7-4ECE-9963-B57A12EBC305}" destId="{27B2F8DE-A244-4277-9248-3097C285B5D0}" srcOrd="0" destOrd="0" presId="urn:microsoft.com/office/officeart/2018/5/layout/IconCircleLabelList"/>
    <dgm:cxn modelId="{B7306587-785F-4ECD-A791-6FD2AF06AA73}" type="presParOf" srcId="{E4E17729-40D7-4ECE-9963-B57A12EBC305}" destId="{FDE2DFFA-1518-4380-9F20-04C5AF867BC6}" srcOrd="1" destOrd="0" presId="urn:microsoft.com/office/officeart/2018/5/layout/IconCircleLabelList"/>
    <dgm:cxn modelId="{80475AC9-9A08-4E45-A8A9-6500BFD8925E}" type="presParOf" srcId="{E4E17729-40D7-4ECE-9963-B57A12EBC305}" destId="{BD87B1C2-A97A-4118-BE20-743F70A61D4F}" srcOrd="2" destOrd="0" presId="urn:microsoft.com/office/officeart/2018/5/layout/IconCircleLabelList"/>
    <dgm:cxn modelId="{0EF02DBC-2674-4ED0-91EE-931CFC5CC9F9}" type="presParOf" srcId="{E4E17729-40D7-4ECE-9963-B57A12EBC305}" destId="{3EA75C7A-75F4-48FA-BEC1-C9CF2897397A}" srcOrd="3" destOrd="0" presId="urn:microsoft.com/office/officeart/2018/5/layout/IconCircleLabelList"/>
    <dgm:cxn modelId="{C0A0BD1A-CAB1-4555-87AE-A9F119E92679}" type="presParOf" srcId="{EAD42663-E7FB-44BA-89CB-EBC07AECDD1D}" destId="{6FB9BA84-92F1-49E1-B961-0109F02CF85C}" srcOrd="7" destOrd="0" presId="urn:microsoft.com/office/officeart/2018/5/layout/IconCircleLabelList"/>
    <dgm:cxn modelId="{56F954A5-4165-4B29-9E96-94853397902B}" type="presParOf" srcId="{EAD42663-E7FB-44BA-89CB-EBC07AECDD1D}" destId="{44CB5518-5B77-4AE0-9225-D52CE14F2324}" srcOrd="8" destOrd="0" presId="urn:microsoft.com/office/officeart/2018/5/layout/IconCircleLabelList"/>
    <dgm:cxn modelId="{C6420576-3E0B-45A3-9960-C37119D398DF}" type="presParOf" srcId="{44CB5518-5B77-4AE0-9225-D52CE14F2324}" destId="{3B2FA134-8AC5-492A-ADD9-478436D99F3B}" srcOrd="0" destOrd="0" presId="urn:microsoft.com/office/officeart/2018/5/layout/IconCircleLabelList"/>
    <dgm:cxn modelId="{1EFB0D88-2915-4B4D-8F85-87AF88F37CFE}" type="presParOf" srcId="{44CB5518-5B77-4AE0-9225-D52CE14F2324}" destId="{4A6C3683-A772-4E94-8B87-7C63822DD4A9}" srcOrd="1" destOrd="0" presId="urn:microsoft.com/office/officeart/2018/5/layout/IconCircleLabelList"/>
    <dgm:cxn modelId="{CA97A010-0565-4CD0-AEE5-E448EAA0168C}" type="presParOf" srcId="{44CB5518-5B77-4AE0-9225-D52CE14F2324}" destId="{CDC84D89-B348-47CE-87E3-0D77F74FB537}" srcOrd="2" destOrd="0" presId="urn:microsoft.com/office/officeart/2018/5/layout/IconCircleLabelList"/>
    <dgm:cxn modelId="{3C4B13F1-CAA5-4148-9DC0-F6FC58FD6589}" type="presParOf" srcId="{44CB5518-5B77-4AE0-9225-D52CE14F2324}" destId="{961374A5-8BF0-4877-BEDF-AE72E32D9D3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92BB6E-7D6E-4017-84FE-3EA94CE7078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F86CA12-B61D-495D-B2E4-2F12710A3FFA}">
      <dgm:prSet/>
      <dgm:spPr/>
      <dgm:t>
        <a:bodyPr/>
        <a:lstStyle/>
        <a:p>
          <a:pPr>
            <a:defRPr cap="all"/>
          </a:pPr>
          <a:r>
            <a:rPr lang="en-US" b="1" i="0" baseline="0"/>
            <a:t>High-value customers</a:t>
          </a:r>
          <a:r>
            <a:rPr lang="en-US" b="0" i="0" baseline="0"/>
            <a:t>: Repeat buyers &amp; top spenders drive ~40% of revenue.</a:t>
          </a:r>
          <a:endParaRPr lang="en-US"/>
        </a:p>
      </dgm:t>
    </dgm:pt>
    <dgm:pt modelId="{98C59570-6087-490D-A6C2-12DAAA3DC3E3}" type="parTrans" cxnId="{8B3ACFC8-9722-4918-8EA0-726B60DFBF46}">
      <dgm:prSet/>
      <dgm:spPr/>
      <dgm:t>
        <a:bodyPr/>
        <a:lstStyle/>
        <a:p>
          <a:endParaRPr lang="en-US"/>
        </a:p>
      </dgm:t>
    </dgm:pt>
    <dgm:pt modelId="{12FF1B67-2086-49EE-A5BE-3B5A52931E49}" type="sibTrans" cxnId="{8B3ACFC8-9722-4918-8EA0-726B60DFBF46}">
      <dgm:prSet/>
      <dgm:spPr/>
      <dgm:t>
        <a:bodyPr/>
        <a:lstStyle/>
        <a:p>
          <a:endParaRPr lang="en-US"/>
        </a:p>
      </dgm:t>
    </dgm:pt>
    <dgm:pt modelId="{BA1F7018-A635-460D-AAF2-26E23E9BAFBE}">
      <dgm:prSet/>
      <dgm:spPr/>
      <dgm:t>
        <a:bodyPr/>
        <a:lstStyle/>
        <a:p>
          <a:pPr>
            <a:defRPr cap="all"/>
          </a:pPr>
          <a:r>
            <a:rPr lang="en-US" b="1" i="0" baseline="0"/>
            <a:t>Popular categories</a:t>
          </a:r>
          <a:r>
            <a:rPr lang="en-US" b="0" i="0" baseline="0"/>
            <a:t>: Electronics &amp; Apparel most purchased.</a:t>
          </a:r>
          <a:endParaRPr lang="en-US"/>
        </a:p>
      </dgm:t>
    </dgm:pt>
    <dgm:pt modelId="{B8EFA080-59F4-40C3-9179-90871D517C97}" type="parTrans" cxnId="{667967A8-BDA7-4DF4-9AE9-4EADA30B1488}">
      <dgm:prSet/>
      <dgm:spPr/>
      <dgm:t>
        <a:bodyPr/>
        <a:lstStyle/>
        <a:p>
          <a:endParaRPr lang="en-US"/>
        </a:p>
      </dgm:t>
    </dgm:pt>
    <dgm:pt modelId="{7C9D1F60-C7A3-42F1-899F-7210CB5D72FE}" type="sibTrans" cxnId="{667967A8-BDA7-4DF4-9AE9-4EADA30B1488}">
      <dgm:prSet/>
      <dgm:spPr/>
      <dgm:t>
        <a:bodyPr/>
        <a:lstStyle/>
        <a:p>
          <a:endParaRPr lang="en-US"/>
        </a:p>
      </dgm:t>
    </dgm:pt>
    <dgm:pt modelId="{9D889D49-FBF8-4AB6-A2BC-013782D72771}">
      <dgm:prSet/>
      <dgm:spPr/>
      <dgm:t>
        <a:bodyPr/>
        <a:lstStyle/>
        <a:p>
          <a:pPr>
            <a:defRPr cap="all"/>
          </a:pPr>
          <a:r>
            <a:rPr lang="en-US" b="1" i="0" baseline="0"/>
            <a:t>Trends</a:t>
          </a:r>
          <a:r>
            <a:rPr lang="en-US" b="0" i="0" baseline="0"/>
            <a:t>: Peak sales during weekends &amp; holiday seasons.</a:t>
          </a:r>
          <a:endParaRPr lang="en-US"/>
        </a:p>
      </dgm:t>
    </dgm:pt>
    <dgm:pt modelId="{5E137BA1-B871-46FB-9A75-0418F827C911}" type="parTrans" cxnId="{98183196-5CE2-4EDC-BCF5-9739A3AC0A53}">
      <dgm:prSet/>
      <dgm:spPr/>
      <dgm:t>
        <a:bodyPr/>
        <a:lstStyle/>
        <a:p>
          <a:endParaRPr lang="en-US"/>
        </a:p>
      </dgm:t>
    </dgm:pt>
    <dgm:pt modelId="{B78B6FF2-DD93-422E-A67F-8D5BC6BBE659}" type="sibTrans" cxnId="{98183196-5CE2-4EDC-BCF5-9739A3AC0A53}">
      <dgm:prSet/>
      <dgm:spPr/>
      <dgm:t>
        <a:bodyPr/>
        <a:lstStyle/>
        <a:p>
          <a:endParaRPr lang="en-US"/>
        </a:p>
      </dgm:t>
    </dgm:pt>
    <dgm:pt modelId="{BB9C2432-53F6-4944-BD16-5A1E4D4D3426}">
      <dgm:prSet/>
      <dgm:spPr/>
      <dgm:t>
        <a:bodyPr/>
        <a:lstStyle/>
        <a:p>
          <a:pPr>
            <a:defRPr cap="all"/>
          </a:pPr>
          <a:r>
            <a:rPr lang="en-US" b="1" i="0" baseline="0"/>
            <a:t>Recommendation</a:t>
          </a:r>
          <a:r>
            <a:rPr lang="en-US" b="0" i="0" baseline="0"/>
            <a:t>: Target promotions &amp; loyalty programs for high-value customers.</a:t>
          </a:r>
          <a:endParaRPr lang="en-US"/>
        </a:p>
      </dgm:t>
    </dgm:pt>
    <dgm:pt modelId="{E951A55A-5D7E-4B60-842E-A909EF6216E6}" type="parTrans" cxnId="{A31CDEF4-5A66-4A6C-92B9-6F0C2A66828A}">
      <dgm:prSet/>
      <dgm:spPr/>
      <dgm:t>
        <a:bodyPr/>
        <a:lstStyle/>
        <a:p>
          <a:endParaRPr lang="en-US"/>
        </a:p>
      </dgm:t>
    </dgm:pt>
    <dgm:pt modelId="{0D1C2D59-0D03-43AE-9484-463B63091CCB}" type="sibTrans" cxnId="{A31CDEF4-5A66-4A6C-92B9-6F0C2A66828A}">
      <dgm:prSet/>
      <dgm:spPr/>
      <dgm:t>
        <a:bodyPr/>
        <a:lstStyle/>
        <a:p>
          <a:endParaRPr lang="en-US"/>
        </a:p>
      </dgm:t>
    </dgm:pt>
    <dgm:pt modelId="{8AD5EAD6-06F7-4E69-B3E5-658E01D67D80}" type="pres">
      <dgm:prSet presAssocID="{7792BB6E-7D6E-4017-84FE-3EA94CE70780}" presName="root" presStyleCnt="0">
        <dgm:presLayoutVars>
          <dgm:dir/>
          <dgm:resizeHandles val="exact"/>
        </dgm:presLayoutVars>
      </dgm:prSet>
      <dgm:spPr/>
    </dgm:pt>
    <dgm:pt modelId="{E1402549-1583-44E7-A24C-EC0D66F1AB3B}" type="pres">
      <dgm:prSet presAssocID="{5F86CA12-B61D-495D-B2E4-2F12710A3FFA}" presName="compNode" presStyleCnt="0"/>
      <dgm:spPr/>
    </dgm:pt>
    <dgm:pt modelId="{B48186AD-F8BC-4DED-B017-3D829231A375}" type="pres">
      <dgm:prSet presAssocID="{5F86CA12-B61D-495D-B2E4-2F12710A3FFA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69AE672-E055-499C-836C-C5DDA4137433}" type="pres">
      <dgm:prSet presAssocID="{5F86CA12-B61D-495D-B2E4-2F12710A3FF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moking"/>
        </a:ext>
      </dgm:extLst>
    </dgm:pt>
    <dgm:pt modelId="{B438A16D-1079-4DE3-A84C-D8863B80E789}" type="pres">
      <dgm:prSet presAssocID="{5F86CA12-B61D-495D-B2E4-2F12710A3FFA}" presName="spaceRect" presStyleCnt="0"/>
      <dgm:spPr/>
    </dgm:pt>
    <dgm:pt modelId="{98ACFF0A-31AB-4B04-876D-38A2EE203B9A}" type="pres">
      <dgm:prSet presAssocID="{5F86CA12-B61D-495D-B2E4-2F12710A3FFA}" presName="textRect" presStyleLbl="revTx" presStyleIdx="0" presStyleCnt="4">
        <dgm:presLayoutVars>
          <dgm:chMax val="1"/>
          <dgm:chPref val="1"/>
        </dgm:presLayoutVars>
      </dgm:prSet>
      <dgm:spPr/>
    </dgm:pt>
    <dgm:pt modelId="{E52DE500-4FC5-4AEE-B3E4-EF8761735BD4}" type="pres">
      <dgm:prSet presAssocID="{12FF1B67-2086-49EE-A5BE-3B5A52931E49}" presName="sibTrans" presStyleCnt="0"/>
      <dgm:spPr/>
    </dgm:pt>
    <dgm:pt modelId="{2EB91F4F-3FF2-46BD-A1EA-24F9EE7062CE}" type="pres">
      <dgm:prSet presAssocID="{BA1F7018-A635-460D-AAF2-26E23E9BAFBE}" presName="compNode" presStyleCnt="0"/>
      <dgm:spPr/>
    </dgm:pt>
    <dgm:pt modelId="{914F96F7-DA56-4DC8-BF6E-935EB7B700E3}" type="pres">
      <dgm:prSet presAssocID="{BA1F7018-A635-460D-AAF2-26E23E9BAFBE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AF01AF2-67E0-48FE-BB81-81FC13109958}" type="pres">
      <dgm:prSet presAssocID="{BA1F7018-A635-460D-AAF2-26E23E9BAFB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ts"/>
        </a:ext>
      </dgm:extLst>
    </dgm:pt>
    <dgm:pt modelId="{EEAA13C2-134A-4A95-B66C-ECD3D0F8CBD3}" type="pres">
      <dgm:prSet presAssocID="{BA1F7018-A635-460D-AAF2-26E23E9BAFBE}" presName="spaceRect" presStyleCnt="0"/>
      <dgm:spPr/>
    </dgm:pt>
    <dgm:pt modelId="{9D1BCDB8-09F0-463E-A439-185F90830681}" type="pres">
      <dgm:prSet presAssocID="{BA1F7018-A635-460D-AAF2-26E23E9BAFBE}" presName="textRect" presStyleLbl="revTx" presStyleIdx="1" presStyleCnt="4">
        <dgm:presLayoutVars>
          <dgm:chMax val="1"/>
          <dgm:chPref val="1"/>
        </dgm:presLayoutVars>
      </dgm:prSet>
      <dgm:spPr/>
    </dgm:pt>
    <dgm:pt modelId="{232EC272-0C0C-49B0-A56B-CCD0928A1DB0}" type="pres">
      <dgm:prSet presAssocID="{7C9D1F60-C7A3-42F1-899F-7210CB5D72FE}" presName="sibTrans" presStyleCnt="0"/>
      <dgm:spPr/>
    </dgm:pt>
    <dgm:pt modelId="{9F7A3791-7550-4F02-ACFF-D4BFC40AC4A0}" type="pres">
      <dgm:prSet presAssocID="{9D889D49-FBF8-4AB6-A2BC-013782D72771}" presName="compNode" presStyleCnt="0"/>
      <dgm:spPr/>
    </dgm:pt>
    <dgm:pt modelId="{CFFA6F59-B38C-410A-AD95-48F18CD9FEE2}" type="pres">
      <dgm:prSet presAssocID="{9D889D49-FBF8-4AB6-A2BC-013782D7277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133B327-8C43-4B36-AE94-37E9C896663D}" type="pres">
      <dgm:prSet presAssocID="{9D889D49-FBF8-4AB6-A2BC-013782D7277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9835A2C4-14AC-44E1-954E-AF84A0CD1111}" type="pres">
      <dgm:prSet presAssocID="{9D889D49-FBF8-4AB6-A2BC-013782D72771}" presName="spaceRect" presStyleCnt="0"/>
      <dgm:spPr/>
    </dgm:pt>
    <dgm:pt modelId="{BB2E641A-E47F-417B-A5AB-0AB45C114B31}" type="pres">
      <dgm:prSet presAssocID="{9D889D49-FBF8-4AB6-A2BC-013782D72771}" presName="textRect" presStyleLbl="revTx" presStyleIdx="2" presStyleCnt="4">
        <dgm:presLayoutVars>
          <dgm:chMax val="1"/>
          <dgm:chPref val="1"/>
        </dgm:presLayoutVars>
      </dgm:prSet>
      <dgm:spPr/>
    </dgm:pt>
    <dgm:pt modelId="{EAFDFACB-0B76-4053-9631-D273A857410B}" type="pres">
      <dgm:prSet presAssocID="{B78B6FF2-DD93-422E-A67F-8D5BC6BBE659}" presName="sibTrans" presStyleCnt="0"/>
      <dgm:spPr/>
    </dgm:pt>
    <dgm:pt modelId="{EF52531D-B1A3-4A81-9F83-458CE318C041}" type="pres">
      <dgm:prSet presAssocID="{BB9C2432-53F6-4944-BD16-5A1E4D4D3426}" presName="compNode" presStyleCnt="0"/>
      <dgm:spPr/>
    </dgm:pt>
    <dgm:pt modelId="{8DD28DFE-2938-4DA6-BCF3-986E5BF1F689}" type="pres">
      <dgm:prSet presAssocID="{BB9C2432-53F6-4944-BD16-5A1E4D4D3426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30D90F4-07E4-4EBA-A014-5E35DA900957}" type="pres">
      <dgm:prSet presAssocID="{BB9C2432-53F6-4944-BD16-5A1E4D4D342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389B6679-C832-41B4-BB28-EF67CD386277}" type="pres">
      <dgm:prSet presAssocID="{BB9C2432-53F6-4944-BD16-5A1E4D4D3426}" presName="spaceRect" presStyleCnt="0"/>
      <dgm:spPr/>
    </dgm:pt>
    <dgm:pt modelId="{2487CB9F-F88D-4CF8-A879-0E983387FCC9}" type="pres">
      <dgm:prSet presAssocID="{BB9C2432-53F6-4944-BD16-5A1E4D4D342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672FC67-ADD7-44C9-8B59-EDE028C38AAE}" type="presOf" srcId="{5F86CA12-B61D-495D-B2E4-2F12710A3FFA}" destId="{98ACFF0A-31AB-4B04-876D-38A2EE203B9A}" srcOrd="0" destOrd="0" presId="urn:microsoft.com/office/officeart/2018/5/layout/IconLeafLabelList"/>
    <dgm:cxn modelId="{D19B4B84-874E-445F-83D5-3884D8AA8AE6}" type="presOf" srcId="{7792BB6E-7D6E-4017-84FE-3EA94CE70780}" destId="{8AD5EAD6-06F7-4E69-B3E5-658E01D67D80}" srcOrd="0" destOrd="0" presId="urn:microsoft.com/office/officeart/2018/5/layout/IconLeafLabelList"/>
    <dgm:cxn modelId="{11F1598F-FF2D-40F6-B1BA-368FEAEA7A57}" type="presOf" srcId="{9D889D49-FBF8-4AB6-A2BC-013782D72771}" destId="{BB2E641A-E47F-417B-A5AB-0AB45C114B31}" srcOrd="0" destOrd="0" presId="urn:microsoft.com/office/officeart/2018/5/layout/IconLeafLabelList"/>
    <dgm:cxn modelId="{98183196-5CE2-4EDC-BCF5-9739A3AC0A53}" srcId="{7792BB6E-7D6E-4017-84FE-3EA94CE70780}" destId="{9D889D49-FBF8-4AB6-A2BC-013782D72771}" srcOrd="2" destOrd="0" parTransId="{5E137BA1-B871-46FB-9A75-0418F827C911}" sibTransId="{B78B6FF2-DD93-422E-A67F-8D5BC6BBE659}"/>
    <dgm:cxn modelId="{667967A8-BDA7-4DF4-9AE9-4EADA30B1488}" srcId="{7792BB6E-7D6E-4017-84FE-3EA94CE70780}" destId="{BA1F7018-A635-460D-AAF2-26E23E9BAFBE}" srcOrd="1" destOrd="0" parTransId="{B8EFA080-59F4-40C3-9179-90871D517C97}" sibTransId="{7C9D1F60-C7A3-42F1-899F-7210CB5D72FE}"/>
    <dgm:cxn modelId="{7143F7BA-66C5-45CF-BA74-BDAF0A1F0818}" type="presOf" srcId="{BA1F7018-A635-460D-AAF2-26E23E9BAFBE}" destId="{9D1BCDB8-09F0-463E-A439-185F90830681}" srcOrd="0" destOrd="0" presId="urn:microsoft.com/office/officeart/2018/5/layout/IconLeafLabelList"/>
    <dgm:cxn modelId="{5E58F7C0-A80B-4568-A8E8-0DF5CE73B203}" type="presOf" srcId="{BB9C2432-53F6-4944-BD16-5A1E4D4D3426}" destId="{2487CB9F-F88D-4CF8-A879-0E983387FCC9}" srcOrd="0" destOrd="0" presId="urn:microsoft.com/office/officeart/2018/5/layout/IconLeafLabelList"/>
    <dgm:cxn modelId="{8B3ACFC8-9722-4918-8EA0-726B60DFBF46}" srcId="{7792BB6E-7D6E-4017-84FE-3EA94CE70780}" destId="{5F86CA12-B61D-495D-B2E4-2F12710A3FFA}" srcOrd="0" destOrd="0" parTransId="{98C59570-6087-490D-A6C2-12DAAA3DC3E3}" sibTransId="{12FF1B67-2086-49EE-A5BE-3B5A52931E49}"/>
    <dgm:cxn modelId="{A31CDEF4-5A66-4A6C-92B9-6F0C2A66828A}" srcId="{7792BB6E-7D6E-4017-84FE-3EA94CE70780}" destId="{BB9C2432-53F6-4944-BD16-5A1E4D4D3426}" srcOrd="3" destOrd="0" parTransId="{E951A55A-5D7E-4B60-842E-A909EF6216E6}" sibTransId="{0D1C2D59-0D03-43AE-9484-463B63091CCB}"/>
    <dgm:cxn modelId="{1AA95488-25E3-4FF1-BDAD-01A8C0CFD7A4}" type="presParOf" srcId="{8AD5EAD6-06F7-4E69-B3E5-658E01D67D80}" destId="{E1402549-1583-44E7-A24C-EC0D66F1AB3B}" srcOrd="0" destOrd="0" presId="urn:microsoft.com/office/officeart/2018/5/layout/IconLeafLabelList"/>
    <dgm:cxn modelId="{4CC0268A-68C2-43AB-B145-29BF164BBFFC}" type="presParOf" srcId="{E1402549-1583-44E7-A24C-EC0D66F1AB3B}" destId="{B48186AD-F8BC-4DED-B017-3D829231A375}" srcOrd="0" destOrd="0" presId="urn:microsoft.com/office/officeart/2018/5/layout/IconLeafLabelList"/>
    <dgm:cxn modelId="{C077733D-43D0-40B5-ACB5-6FE212AA121A}" type="presParOf" srcId="{E1402549-1583-44E7-A24C-EC0D66F1AB3B}" destId="{769AE672-E055-499C-836C-C5DDA4137433}" srcOrd="1" destOrd="0" presId="urn:microsoft.com/office/officeart/2018/5/layout/IconLeafLabelList"/>
    <dgm:cxn modelId="{67E4FAB7-1D62-4E8A-8B42-4311D486822B}" type="presParOf" srcId="{E1402549-1583-44E7-A24C-EC0D66F1AB3B}" destId="{B438A16D-1079-4DE3-A84C-D8863B80E789}" srcOrd="2" destOrd="0" presId="urn:microsoft.com/office/officeart/2018/5/layout/IconLeafLabelList"/>
    <dgm:cxn modelId="{2790D8F1-83CB-4C7C-8DF1-2D2B965C6BD8}" type="presParOf" srcId="{E1402549-1583-44E7-A24C-EC0D66F1AB3B}" destId="{98ACFF0A-31AB-4B04-876D-38A2EE203B9A}" srcOrd="3" destOrd="0" presId="urn:microsoft.com/office/officeart/2018/5/layout/IconLeafLabelList"/>
    <dgm:cxn modelId="{055B7D06-7E00-452F-AB72-A313856869B9}" type="presParOf" srcId="{8AD5EAD6-06F7-4E69-B3E5-658E01D67D80}" destId="{E52DE500-4FC5-4AEE-B3E4-EF8761735BD4}" srcOrd="1" destOrd="0" presId="urn:microsoft.com/office/officeart/2018/5/layout/IconLeafLabelList"/>
    <dgm:cxn modelId="{F736963E-3EB9-47A9-B856-97751CA78238}" type="presParOf" srcId="{8AD5EAD6-06F7-4E69-B3E5-658E01D67D80}" destId="{2EB91F4F-3FF2-46BD-A1EA-24F9EE7062CE}" srcOrd="2" destOrd="0" presId="urn:microsoft.com/office/officeart/2018/5/layout/IconLeafLabelList"/>
    <dgm:cxn modelId="{F57B2D2F-BF30-4DEC-A52C-797F2C49D48C}" type="presParOf" srcId="{2EB91F4F-3FF2-46BD-A1EA-24F9EE7062CE}" destId="{914F96F7-DA56-4DC8-BF6E-935EB7B700E3}" srcOrd="0" destOrd="0" presId="urn:microsoft.com/office/officeart/2018/5/layout/IconLeafLabelList"/>
    <dgm:cxn modelId="{2F6156C9-0F62-4C27-9C45-4062A62935F6}" type="presParOf" srcId="{2EB91F4F-3FF2-46BD-A1EA-24F9EE7062CE}" destId="{1AF01AF2-67E0-48FE-BB81-81FC13109958}" srcOrd="1" destOrd="0" presId="urn:microsoft.com/office/officeart/2018/5/layout/IconLeafLabelList"/>
    <dgm:cxn modelId="{EF4E3253-72EB-4EE2-99DA-34C5A912F18B}" type="presParOf" srcId="{2EB91F4F-3FF2-46BD-A1EA-24F9EE7062CE}" destId="{EEAA13C2-134A-4A95-B66C-ECD3D0F8CBD3}" srcOrd="2" destOrd="0" presId="urn:microsoft.com/office/officeart/2018/5/layout/IconLeafLabelList"/>
    <dgm:cxn modelId="{87164DC7-6670-4F68-9505-EAF7C2BD286A}" type="presParOf" srcId="{2EB91F4F-3FF2-46BD-A1EA-24F9EE7062CE}" destId="{9D1BCDB8-09F0-463E-A439-185F90830681}" srcOrd="3" destOrd="0" presId="urn:microsoft.com/office/officeart/2018/5/layout/IconLeafLabelList"/>
    <dgm:cxn modelId="{45BC6495-A7D5-443B-B20B-A33D0FD5345F}" type="presParOf" srcId="{8AD5EAD6-06F7-4E69-B3E5-658E01D67D80}" destId="{232EC272-0C0C-49B0-A56B-CCD0928A1DB0}" srcOrd="3" destOrd="0" presId="urn:microsoft.com/office/officeart/2018/5/layout/IconLeafLabelList"/>
    <dgm:cxn modelId="{3442AB1A-C3DE-4510-A41F-81FBB406A387}" type="presParOf" srcId="{8AD5EAD6-06F7-4E69-B3E5-658E01D67D80}" destId="{9F7A3791-7550-4F02-ACFF-D4BFC40AC4A0}" srcOrd="4" destOrd="0" presId="urn:microsoft.com/office/officeart/2018/5/layout/IconLeafLabelList"/>
    <dgm:cxn modelId="{77D88BAD-B30E-4EAE-A8C9-9D9A4D86156E}" type="presParOf" srcId="{9F7A3791-7550-4F02-ACFF-D4BFC40AC4A0}" destId="{CFFA6F59-B38C-410A-AD95-48F18CD9FEE2}" srcOrd="0" destOrd="0" presId="urn:microsoft.com/office/officeart/2018/5/layout/IconLeafLabelList"/>
    <dgm:cxn modelId="{3E39E5FE-3F0A-4D48-9688-B88F98AF2EDD}" type="presParOf" srcId="{9F7A3791-7550-4F02-ACFF-D4BFC40AC4A0}" destId="{9133B327-8C43-4B36-AE94-37E9C896663D}" srcOrd="1" destOrd="0" presId="urn:microsoft.com/office/officeart/2018/5/layout/IconLeafLabelList"/>
    <dgm:cxn modelId="{DEF30EAB-CE2F-485F-B781-D8C54E218478}" type="presParOf" srcId="{9F7A3791-7550-4F02-ACFF-D4BFC40AC4A0}" destId="{9835A2C4-14AC-44E1-954E-AF84A0CD1111}" srcOrd="2" destOrd="0" presId="urn:microsoft.com/office/officeart/2018/5/layout/IconLeafLabelList"/>
    <dgm:cxn modelId="{CBE19E15-5033-4909-BCAE-F13EAD279A09}" type="presParOf" srcId="{9F7A3791-7550-4F02-ACFF-D4BFC40AC4A0}" destId="{BB2E641A-E47F-417B-A5AB-0AB45C114B31}" srcOrd="3" destOrd="0" presId="urn:microsoft.com/office/officeart/2018/5/layout/IconLeafLabelList"/>
    <dgm:cxn modelId="{D192170C-ADC9-4FF7-AD8E-997409EDCE9B}" type="presParOf" srcId="{8AD5EAD6-06F7-4E69-B3E5-658E01D67D80}" destId="{EAFDFACB-0B76-4053-9631-D273A857410B}" srcOrd="5" destOrd="0" presId="urn:microsoft.com/office/officeart/2018/5/layout/IconLeafLabelList"/>
    <dgm:cxn modelId="{89590EEC-9ECF-4262-94A8-A183E1973A21}" type="presParOf" srcId="{8AD5EAD6-06F7-4E69-B3E5-658E01D67D80}" destId="{EF52531D-B1A3-4A81-9F83-458CE318C041}" srcOrd="6" destOrd="0" presId="urn:microsoft.com/office/officeart/2018/5/layout/IconLeafLabelList"/>
    <dgm:cxn modelId="{48474568-7A7A-4ED3-8FF5-450E62F09EEA}" type="presParOf" srcId="{EF52531D-B1A3-4A81-9F83-458CE318C041}" destId="{8DD28DFE-2938-4DA6-BCF3-986E5BF1F689}" srcOrd="0" destOrd="0" presId="urn:microsoft.com/office/officeart/2018/5/layout/IconLeafLabelList"/>
    <dgm:cxn modelId="{099F1B38-A8B2-40AE-AFE3-ED1F3E09EE92}" type="presParOf" srcId="{EF52531D-B1A3-4A81-9F83-458CE318C041}" destId="{030D90F4-07E4-4EBA-A014-5E35DA900957}" srcOrd="1" destOrd="0" presId="urn:microsoft.com/office/officeart/2018/5/layout/IconLeafLabelList"/>
    <dgm:cxn modelId="{BB3192DD-F5F7-418B-8B15-8322DB438F00}" type="presParOf" srcId="{EF52531D-B1A3-4A81-9F83-458CE318C041}" destId="{389B6679-C832-41B4-BB28-EF67CD386277}" srcOrd="2" destOrd="0" presId="urn:microsoft.com/office/officeart/2018/5/layout/IconLeafLabelList"/>
    <dgm:cxn modelId="{7673B305-6F76-40E0-9FC6-B4439324D385}" type="presParOf" srcId="{EF52531D-B1A3-4A81-9F83-458CE318C041}" destId="{2487CB9F-F88D-4CF8-A879-0E983387FCC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88975-01C7-45ED-8AE9-4246DEF776D2}">
      <dsp:nvSpPr>
        <dsp:cNvPr id="0" name=""/>
        <dsp:cNvSpPr/>
      </dsp:nvSpPr>
      <dsp:spPr>
        <a:xfrm>
          <a:off x="212" y="160401"/>
          <a:ext cx="2569562" cy="30834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0" rIns="253816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i="0" kern="1200" baseline="0"/>
            <a:t>Revenue trend:</a:t>
          </a:r>
          <a:r>
            <a:rPr lang="en-US" sz="1600" b="0" i="0" kern="1200" baseline="0"/>
            <a:t> Sales increasing over months → peak in holiday season.</a:t>
          </a:r>
          <a:endParaRPr lang="en-US" sz="1600" kern="1200"/>
        </a:p>
      </dsp:txBody>
      <dsp:txXfrm>
        <a:off x="212" y="1393791"/>
        <a:ext cx="2569562" cy="1850084"/>
      </dsp:txXfrm>
    </dsp:sp>
    <dsp:sp modelId="{DE9A8CE5-982E-4DC0-AFB3-9E1D7445917B}">
      <dsp:nvSpPr>
        <dsp:cNvPr id="0" name=""/>
        <dsp:cNvSpPr/>
      </dsp:nvSpPr>
      <dsp:spPr>
        <a:xfrm>
          <a:off x="212" y="160401"/>
          <a:ext cx="2569562" cy="123338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165100" rIns="253816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01</a:t>
          </a:r>
        </a:p>
      </dsp:txBody>
      <dsp:txXfrm>
        <a:off x="212" y="160401"/>
        <a:ext cx="2569562" cy="1233389"/>
      </dsp:txXfrm>
    </dsp:sp>
    <dsp:sp modelId="{B31CD70D-8FCA-49A0-95AA-EF26D57113D5}">
      <dsp:nvSpPr>
        <dsp:cNvPr id="0" name=""/>
        <dsp:cNvSpPr/>
      </dsp:nvSpPr>
      <dsp:spPr>
        <a:xfrm>
          <a:off x="2775340" y="160401"/>
          <a:ext cx="2569562" cy="30834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0" rIns="253816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i="0" kern="1200" baseline="0" dirty="0"/>
            <a:t>Category trend:</a:t>
          </a:r>
          <a:r>
            <a:rPr lang="en-US" sz="1600" b="0" i="0" kern="1200" baseline="0" dirty="0"/>
            <a:t> Electronics &amp; Apparel are top revenue contributors.</a:t>
          </a:r>
          <a:endParaRPr lang="en-US" sz="1600" kern="1200" dirty="0"/>
        </a:p>
      </dsp:txBody>
      <dsp:txXfrm>
        <a:off x="2775340" y="1393791"/>
        <a:ext cx="2569562" cy="1850084"/>
      </dsp:txXfrm>
    </dsp:sp>
    <dsp:sp modelId="{B5F04FFD-C400-4671-8277-1CBF695481C4}">
      <dsp:nvSpPr>
        <dsp:cNvPr id="0" name=""/>
        <dsp:cNvSpPr/>
      </dsp:nvSpPr>
      <dsp:spPr>
        <a:xfrm>
          <a:off x="2775340" y="160401"/>
          <a:ext cx="2569562" cy="123338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165100" rIns="253816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02</a:t>
          </a:r>
        </a:p>
      </dsp:txBody>
      <dsp:txXfrm>
        <a:off x="2775340" y="160401"/>
        <a:ext cx="2569562" cy="1233389"/>
      </dsp:txXfrm>
    </dsp:sp>
    <dsp:sp modelId="{804CDE42-F750-43B2-962A-38DFF1259E15}">
      <dsp:nvSpPr>
        <dsp:cNvPr id="0" name=""/>
        <dsp:cNvSpPr/>
      </dsp:nvSpPr>
      <dsp:spPr>
        <a:xfrm>
          <a:off x="5550467" y="160401"/>
          <a:ext cx="2569562" cy="30834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0" rIns="253816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i="0" kern="1200" baseline="0"/>
            <a:t>Top regions/stores:</a:t>
          </a:r>
          <a:r>
            <a:rPr lang="en-US" sz="1600" b="0" i="0" kern="1200" baseline="0"/>
            <a:t> Certain locations generate higher sales → focus marketing here.</a:t>
          </a:r>
          <a:endParaRPr lang="en-US" sz="1600" kern="1200"/>
        </a:p>
      </dsp:txBody>
      <dsp:txXfrm>
        <a:off x="5550467" y="1393791"/>
        <a:ext cx="2569562" cy="1850084"/>
      </dsp:txXfrm>
    </dsp:sp>
    <dsp:sp modelId="{9D65D581-B8DF-439E-9BC1-398B8A90D4D3}">
      <dsp:nvSpPr>
        <dsp:cNvPr id="0" name=""/>
        <dsp:cNvSpPr/>
      </dsp:nvSpPr>
      <dsp:spPr>
        <a:xfrm>
          <a:off x="5550467" y="160401"/>
          <a:ext cx="2569562" cy="123338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165100" rIns="253816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03</a:t>
          </a:r>
        </a:p>
      </dsp:txBody>
      <dsp:txXfrm>
        <a:off x="5550467" y="160401"/>
        <a:ext cx="2569562" cy="1233389"/>
      </dsp:txXfrm>
    </dsp:sp>
    <dsp:sp modelId="{58452F6A-8F6F-421F-A05C-64816E62E94B}">
      <dsp:nvSpPr>
        <dsp:cNvPr id="0" name=""/>
        <dsp:cNvSpPr/>
      </dsp:nvSpPr>
      <dsp:spPr>
        <a:xfrm>
          <a:off x="8325594" y="160401"/>
          <a:ext cx="2569562" cy="30834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0" rIns="253816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i="0" kern="1200" baseline="0"/>
            <a:t>Recommendation:</a:t>
          </a:r>
          <a:r>
            <a:rPr lang="en-US" sz="1600" b="0" i="0" kern="1200" baseline="0"/>
            <a:t> Align inventory &amp; promotions with peak periods and high-performing categories.</a:t>
          </a:r>
          <a:endParaRPr lang="en-US" sz="1600" kern="1200"/>
        </a:p>
      </dsp:txBody>
      <dsp:txXfrm>
        <a:off x="8325594" y="1393791"/>
        <a:ext cx="2569562" cy="1850084"/>
      </dsp:txXfrm>
    </dsp:sp>
    <dsp:sp modelId="{94F44E91-6C1A-45D8-928A-B62DBB00BA92}">
      <dsp:nvSpPr>
        <dsp:cNvPr id="0" name=""/>
        <dsp:cNvSpPr/>
      </dsp:nvSpPr>
      <dsp:spPr>
        <a:xfrm>
          <a:off x="8325594" y="160401"/>
          <a:ext cx="2569562" cy="1233389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3816" tIns="165100" rIns="253816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04</a:t>
          </a:r>
        </a:p>
      </dsp:txBody>
      <dsp:txXfrm>
        <a:off x="8325594" y="160401"/>
        <a:ext cx="2569562" cy="12333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A2F97-930F-446E-AFF5-B17C8B913F2B}">
      <dsp:nvSpPr>
        <dsp:cNvPr id="0" name=""/>
        <dsp:cNvSpPr/>
      </dsp:nvSpPr>
      <dsp:spPr>
        <a:xfrm>
          <a:off x="668684" y="622138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7AB014-C45A-4DF8-9E4A-3AF1BB18EF14}">
      <dsp:nvSpPr>
        <dsp:cNvPr id="0" name=""/>
        <dsp:cNvSpPr/>
      </dsp:nvSpPr>
      <dsp:spPr>
        <a:xfrm>
          <a:off x="90268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FF719-2BFD-4FAD-9222-C200D3ACC2D2}">
      <dsp:nvSpPr>
        <dsp:cNvPr id="0" name=""/>
        <dsp:cNvSpPr/>
      </dsp:nvSpPr>
      <dsp:spPr>
        <a:xfrm>
          <a:off x="31768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baseline="0"/>
            <a:t>Top 5 products</a:t>
          </a:r>
          <a:r>
            <a:rPr lang="en-US" sz="1200" b="0" i="0" kern="1200" baseline="0"/>
            <a:t> contribute ~50% of total sales.</a:t>
          </a:r>
          <a:endParaRPr lang="en-US" sz="1200" kern="1200"/>
        </a:p>
      </dsp:txBody>
      <dsp:txXfrm>
        <a:off x="317684" y="2062138"/>
        <a:ext cx="1800000" cy="720000"/>
      </dsp:txXfrm>
    </dsp:sp>
    <dsp:sp modelId="{570D8717-A4FC-4559-BC29-89E62135A044}">
      <dsp:nvSpPr>
        <dsp:cNvPr id="0" name=""/>
        <dsp:cNvSpPr/>
      </dsp:nvSpPr>
      <dsp:spPr>
        <a:xfrm>
          <a:off x="2783684" y="622138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CF0388-E575-4C9C-AE59-DD3826E37B77}">
      <dsp:nvSpPr>
        <dsp:cNvPr id="0" name=""/>
        <dsp:cNvSpPr/>
      </dsp:nvSpPr>
      <dsp:spPr>
        <a:xfrm>
          <a:off x="301768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3508A-CCFC-4C1E-905E-60E8E54FF7D2}">
      <dsp:nvSpPr>
        <dsp:cNvPr id="0" name=""/>
        <dsp:cNvSpPr/>
      </dsp:nvSpPr>
      <dsp:spPr>
        <a:xfrm>
          <a:off x="243268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1" kern="1200" baseline="0"/>
            <a:t>Product A</a:t>
          </a:r>
          <a:r>
            <a:rPr lang="en-US" sz="1200" b="0" i="0" kern="1200" baseline="0"/>
            <a:t> → highest revenue (15% of total).</a:t>
          </a:r>
          <a:endParaRPr lang="en-US" sz="1200" kern="1200"/>
        </a:p>
      </dsp:txBody>
      <dsp:txXfrm>
        <a:off x="2432684" y="2062138"/>
        <a:ext cx="1800000" cy="720000"/>
      </dsp:txXfrm>
    </dsp:sp>
    <dsp:sp modelId="{4F9084F1-A516-49B0-BDFB-3C4E8B5B0583}">
      <dsp:nvSpPr>
        <dsp:cNvPr id="0" name=""/>
        <dsp:cNvSpPr/>
      </dsp:nvSpPr>
      <dsp:spPr>
        <a:xfrm>
          <a:off x="4898684" y="622138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4F86A-161B-4A5A-AA9F-D3E2DA56CB3E}">
      <dsp:nvSpPr>
        <dsp:cNvPr id="0" name=""/>
        <dsp:cNvSpPr/>
      </dsp:nvSpPr>
      <dsp:spPr>
        <a:xfrm>
          <a:off x="513268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C8D723-021B-42A9-A4D8-ED13B72DDA09}">
      <dsp:nvSpPr>
        <dsp:cNvPr id="0" name=""/>
        <dsp:cNvSpPr/>
      </dsp:nvSpPr>
      <dsp:spPr>
        <a:xfrm>
          <a:off x="454768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1" kern="1200" baseline="0"/>
            <a:t>Product B</a:t>
          </a:r>
          <a:r>
            <a:rPr lang="en-US" sz="1200" b="0" i="0" kern="1200" baseline="0"/>
            <a:t> → high revenue, low units → high price.</a:t>
          </a:r>
          <a:endParaRPr lang="en-US" sz="1200" kern="1200"/>
        </a:p>
      </dsp:txBody>
      <dsp:txXfrm>
        <a:off x="4547684" y="2062138"/>
        <a:ext cx="1800000" cy="720000"/>
      </dsp:txXfrm>
    </dsp:sp>
    <dsp:sp modelId="{27B2F8DE-A244-4277-9248-3097C285B5D0}">
      <dsp:nvSpPr>
        <dsp:cNvPr id="0" name=""/>
        <dsp:cNvSpPr/>
      </dsp:nvSpPr>
      <dsp:spPr>
        <a:xfrm>
          <a:off x="7013685" y="622138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E2DFFA-1518-4380-9F20-04C5AF867BC6}">
      <dsp:nvSpPr>
        <dsp:cNvPr id="0" name=""/>
        <dsp:cNvSpPr/>
      </dsp:nvSpPr>
      <dsp:spPr>
        <a:xfrm>
          <a:off x="7247685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A75C7A-75F4-48FA-BEC1-C9CF2897397A}">
      <dsp:nvSpPr>
        <dsp:cNvPr id="0" name=""/>
        <dsp:cNvSpPr/>
      </dsp:nvSpPr>
      <dsp:spPr>
        <a:xfrm>
          <a:off x="6662684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1" kern="1200" baseline="0"/>
            <a:t>Product C</a:t>
          </a:r>
          <a:r>
            <a:rPr lang="en-US" sz="1200" b="0" i="0" kern="1200" baseline="0"/>
            <a:t> → high units, moderate revenue → popular item.</a:t>
          </a:r>
          <a:endParaRPr lang="en-US" sz="1200" kern="1200"/>
        </a:p>
      </dsp:txBody>
      <dsp:txXfrm>
        <a:off x="6662684" y="2062138"/>
        <a:ext cx="1800000" cy="720000"/>
      </dsp:txXfrm>
    </dsp:sp>
    <dsp:sp modelId="{3B2FA134-8AC5-492A-ADD9-478436D99F3B}">
      <dsp:nvSpPr>
        <dsp:cNvPr id="0" name=""/>
        <dsp:cNvSpPr/>
      </dsp:nvSpPr>
      <dsp:spPr>
        <a:xfrm>
          <a:off x="9128685" y="622138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6C3683-A772-4E94-8B87-7C63822DD4A9}">
      <dsp:nvSpPr>
        <dsp:cNvPr id="0" name=""/>
        <dsp:cNvSpPr/>
      </dsp:nvSpPr>
      <dsp:spPr>
        <a:xfrm>
          <a:off x="9362684" y="85613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1374A5-8BF0-4877-BEDF-AE72E32D9D32}">
      <dsp:nvSpPr>
        <dsp:cNvPr id="0" name=""/>
        <dsp:cNvSpPr/>
      </dsp:nvSpPr>
      <dsp:spPr>
        <a:xfrm>
          <a:off x="8777685" y="20621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baseline="0"/>
            <a:t>Recommendation:</a:t>
          </a:r>
          <a:r>
            <a:rPr lang="en-US" sz="1200" b="0" i="0" kern="1200" baseline="0"/>
            <a:t> Focus on inventory &amp; promotions for top products.</a:t>
          </a:r>
          <a:endParaRPr lang="en-US" sz="1200" kern="1200"/>
        </a:p>
      </dsp:txBody>
      <dsp:txXfrm>
        <a:off x="8777685" y="2062138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8186AD-F8BC-4DED-B017-3D829231A375}">
      <dsp:nvSpPr>
        <dsp:cNvPr id="0" name=""/>
        <dsp:cNvSpPr/>
      </dsp:nvSpPr>
      <dsp:spPr>
        <a:xfrm>
          <a:off x="550892" y="394754"/>
          <a:ext cx="1444760" cy="14447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9AE672-E055-499C-836C-C5DDA4137433}">
      <dsp:nvSpPr>
        <dsp:cNvPr id="0" name=""/>
        <dsp:cNvSpPr/>
      </dsp:nvSpPr>
      <dsp:spPr>
        <a:xfrm>
          <a:off x="858792" y="702654"/>
          <a:ext cx="828961" cy="8289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CFF0A-31AB-4B04-876D-38A2EE203B9A}">
      <dsp:nvSpPr>
        <dsp:cNvPr id="0" name=""/>
        <dsp:cNvSpPr/>
      </dsp:nvSpPr>
      <dsp:spPr>
        <a:xfrm>
          <a:off x="89042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baseline="0"/>
            <a:t>High-value customers</a:t>
          </a:r>
          <a:r>
            <a:rPr lang="en-US" sz="1200" b="0" i="0" kern="1200" baseline="0"/>
            <a:t>: Repeat buyers &amp; top spenders drive ~40% of revenue.</a:t>
          </a:r>
          <a:endParaRPr lang="en-US" sz="1200" kern="1200"/>
        </a:p>
      </dsp:txBody>
      <dsp:txXfrm>
        <a:off x="89042" y="2289522"/>
        <a:ext cx="2368460" cy="720000"/>
      </dsp:txXfrm>
    </dsp:sp>
    <dsp:sp modelId="{914F96F7-DA56-4DC8-BF6E-935EB7B700E3}">
      <dsp:nvSpPr>
        <dsp:cNvPr id="0" name=""/>
        <dsp:cNvSpPr/>
      </dsp:nvSpPr>
      <dsp:spPr>
        <a:xfrm>
          <a:off x="3333833" y="394754"/>
          <a:ext cx="1444760" cy="14447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F01AF2-67E0-48FE-BB81-81FC13109958}">
      <dsp:nvSpPr>
        <dsp:cNvPr id="0" name=""/>
        <dsp:cNvSpPr/>
      </dsp:nvSpPr>
      <dsp:spPr>
        <a:xfrm>
          <a:off x="3641733" y="702654"/>
          <a:ext cx="828961" cy="8289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BCDB8-09F0-463E-A439-185F90830681}">
      <dsp:nvSpPr>
        <dsp:cNvPr id="0" name=""/>
        <dsp:cNvSpPr/>
      </dsp:nvSpPr>
      <dsp:spPr>
        <a:xfrm>
          <a:off x="2871984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baseline="0"/>
            <a:t>Popular categories</a:t>
          </a:r>
          <a:r>
            <a:rPr lang="en-US" sz="1200" b="0" i="0" kern="1200" baseline="0"/>
            <a:t>: Electronics &amp; Apparel most purchased.</a:t>
          </a:r>
          <a:endParaRPr lang="en-US" sz="1200" kern="1200"/>
        </a:p>
      </dsp:txBody>
      <dsp:txXfrm>
        <a:off x="2871984" y="2289522"/>
        <a:ext cx="2368460" cy="720000"/>
      </dsp:txXfrm>
    </dsp:sp>
    <dsp:sp modelId="{CFFA6F59-B38C-410A-AD95-48F18CD9FEE2}">
      <dsp:nvSpPr>
        <dsp:cNvPr id="0" name=""/>
        <dsp:cNvSpPr/>
      </dsp:nvSpPr>
      <dsp:spPr>
        <a:xfrm>
          <a:off x="6116775" y="394754"/>
          <a:ext cx="1444760" cy="14447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3B327-8C43-4B36-AE94-37E9C896663D}">
      <dsp:nvSpPr>
        <dsp:cNvPr id="0" name=""/>
        <dsp:cNvSpPr/>
      </dsp:nvSpPr>
      <dsp:spPr>
        <a:xfrm>
          <a:off x="6424675" y="702654"/>
          <a:ext cx="828961" cy="8289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E641A-E47F-417B-A5AB-0AB45C114B31}">
      <dsp:nvSpPr>
        <dsp:cNvPr id="0" name=""/>
        <dsp:cNvSpPr/>
      </dsp:nvSpPr>
      <dsp:spPr>
        <a:xfrm>
          <a:off x="5654925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baseline="0"/>
            <a:t>Trends</a:t>
          </a:r>
          <a:r>
            <a:rPr lang="en-US" sz="1200" b="0" i="0" kern="1200" baseline="0"/>
            <a:t>: Peak sales during weekends &amp; holiday seasons.</a:t>
          </a:r>
          <a:endParaRPr lang="en-US" sz="1200" kern="1200"/>
        </a:p>
      </dsp:txBody>
      <dsp:txXfrm>
        <a:off x="5654925" y="2289522"/>
        <a:ext cx="2368460" cy="720000"/>
      </dsp:txXfrm>
    </dsp:sp>
    <dsp:sp modelId="{8DD28DFE-2938-4DA6-BCF3-986E5BF1F689}">
      <dsp:nvSpPr>
        <dsp:cNvPr id="0" name=""/>
        <dsp:cNvSpPr/>
      </dsp:nvSpPr>
      <dsp:spPr>
        <a:xfrm>
          <a:off x="8899716" y="394754"/>
          <a:ext cx="1444760" cy="144476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0D90F4-07E4-4EBA-A014-5E35DA900957}">
      <dsp:nvSpPr>
        <dsp:cNvPr id="0" name=""/>
        <dsp:cNvSpPr/>
      </dsp:nvSpPr>
      <dsp:spPr>
        <a:xfrm>
          <a:off x="9207616" y="702654"/>
          <a:ext cx="828961" cy="8289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7CB9F-F88D-4CF8-A879-0E983387FCC9}">
      <dsp:nvSpPr>
        <dsp:cNvPr id="0" name=""/>
        <dsp:cNvSpPr/>
      </dsp:nvSpPr>
      <dsp:spPr>
        <a:xfrm>
          <a:off x="8437866" y="2289522"/>
          <a:ext cx="236846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baseline="0"/>
            <a:t>Recommendation</a:t>
          </a:r>
          <a:r>
            <a:rPr lang="en-US" sz="1200" b="0" i="0" kern="1200" baseline="0"/>
            <a:t>: Target promotions &amp; loyalty programs for high-value customers.</a:t>
          </a:r>
          <a:endParaRPr lang="en-US" sz="1200" kern="1200"/>
        </a:p>
      </dsp:txBody>
      <dsp:txXfrm>
        <a:off x="8437866" y="2289522"/>
        <a:ext cx="236846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994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791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06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612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446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5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0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051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725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78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955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2602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88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981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228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370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21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486C66F-3F70-4DC9-BF2F-C0149666D2D9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7EB82-6CFB-42B2-9AE0-A601C1A9C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9037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ph">
            <a:extLst>
              <a:ext uri="{FF2B5EF4-FFF2-40B4-BE49-F238E27FC236}">
                <a16:creationId xmlns:a16="http://schemas.microsoft.com/office/drawing/2014/main" id="{197CF810-7470-5A90-7159-FD310FE9BC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9091" t="7890" b="10292"/>
          <a:stretch>
            <a:fillRect/>
          </a:stretch>
        </p:blipFill>
        <p:spPr>
          <a:xfrm>
            <a:off x="-127800" y="-24675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B65E6B8-0D17-4912-97E4-60B47A511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6104978" y="1295400"/>
            <a:ext cx="4936635" cy="37736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0182CC-FFBD-3A5B-FF1E-C4020DE22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4952" y="1402023"/>
            <a:ext cx="4562452" cy="2432329"/>
          </a:xfrm>
        </p:spPr>
        <p:txBody>
          <a:bodyPr>
            <a:normAutofit fontScale="90000"/>
          </a:bodyPr>
          <a:lstStyle/>
          <a:p>
            <a:r>
              <a:rPr lang="en-IN" sz="4400" dirty="0"/>
              <a:t>Retail Sales and Supply Chain Performance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5B2268-62C6-2FA9-EFD0-C1E905C0892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65339" y="3834352"/>
            <a:ext cx="4562452" cy="9376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Manav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Type: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 + Tableau + Presentation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52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D64DA0-05A7-C1D0-A9AE-74D861930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931" y="452718"/>
            <a:ext cx="4638903" cy="1400530"/>
          </a:xfrm>
        </p:spPr>
        <p:txBody>
          <a:bodyPr>
            <a:normAutofit/>
          </a:bodyPr>
          <a:lstStyle/>
          <a:p>
            <a:r>
              <a:rPr lang="en-IN" dirty="0"/>
              <a:t>Project Objective</a:t>
            </a:r>
          </a:p>
        </p:txBody>
      </p:sp>
      <p:sp>
        <p:nvSpPr>
          <p:cNvPr id="29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Desk with productivity items">
            <a:extLst>
              <a:ext uri="{FF2B5EF4-FFF2-40B4-BE49-F238E27FC236}">
                <a16:creationId xmlns:a16="http://schemas.microsoft.com/office/drawing/2014/main" id="{4A6F299D-7F04-CB02-B18D-81C9F91B96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45" r="18950" b="-1"/>
          <a:stretch>
            <a:fillRect/>
          </a:stretch>
        </p:blipFill>
        <p:spPr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881C8961-8CB7-C8A5-7A30-E241B2F93E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10950" y="2052918"/>
            <a:ext cx="4638903" cy="41954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Analyze retail sales data to identify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top-selling products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Understand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customer purchasing behavior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Provide insights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improve inventory and sales strategy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Excel for data cleaning and analysis, Tableau for visual insights</a:t>
            </a:r>
          </a:p>
        </p:txBody>
      </p:sp>
    </p:spTree>
    <p:extLst>
      <p:ext uri="{BB962C8B-B14F-4D97-AF65-F5344CB8AC3E}">
        <p14:creationId xmlns:p14="http://schemas.microsoft.com/office/powerpoint/2010/main" val="421914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574721-879D-D8E9-DFFC-E2067EA40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EBEBEB"/>
                </a:solidFill>
              </a:rPr>
              <a:t>Sales Trends &amp; Insights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57225BD1-3EA4-6F78-31CE-2B3ABEAB3C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6154350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1744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8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3D828-E5B4-77B7-5487-CC000FD1B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EBEBEB"/>
                </a:solidFill>
              </a:rPr>
              <a:t>Top-Selling Products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16648D5-25CF-935C-3BD9-83D08C6B33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2205281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0067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A510A-C9EE-4A4B-0059-50F7A224C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EBEBEB"/>
                </a:solidFill>
              </a:rPr>
              <a:t>Customer </a:t>
            </a:r>
            <a:r>
              <a:rPr lang="en-IN" dirty="0" err="1">
                <a:solidFill>
                  <a:srgbClr val="EBEBEB"/>
                </a:solidFill>
              </a:rPr>
              <a:t>Behavior</a:t>
            </a:r>
            <a:r>
              <a:rPr lang="en-IN" dirty="0">
                <a:solidFill>
                  <a:srgbClr val="EBEBEB"/>
                </a:solidFill>
              </a:rPr>
              <a:t> Insights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F48B182-199B-46C5-2CDF-789E96D7D9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699047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4748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CDCE0-344A-44B3-2580-4E0498526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931" y="452718"/>
            <a:ext cx="4638903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600" dirty="0"/>
              <a:t>Key Takeaways &amp; Recommendations</a:t>
            </a:r>
          </a:p>
        </p:txBody>
      </p:sp>
      <p:sp>
        <p:nvSpPr>
          <p:cNvPr id="2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8375" y="-1573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bstract blurred background of department store">
            <a:extLst>
              <a:ext uri="{FF2B5EF4-FFF2-40B4-BE49-F238E27FC236}">
                <a16:creationId xmlns:a16="http://schemas.microsoft.com/office/drawing/2014/main" id="{BCAEDD38-C793-475D-0CFD-BDA12DA0E5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33" r="31062" b="-1"/>
          <a:stretch>
            <a:fillRect/>
          </a:stretch>
        </p:blipFill>
        <p:spPr>
          <a:xfrm>
            <a:off x="3" y="10"/>
            <a:ext cx="4973099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CDF74D-8E2C-8084-0D10-5143E87B5F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10950" y="2052918"/>
            <a:ext cx="4638903" cy="41954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Top-selling products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Ensure sufficient inventory &amp; promotions.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High-value customers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Targeted loyalty programs.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Sales trends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Plan marketing campaigns for peak periods.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Overall Insight: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Data-driven strategies can boost revenue &amp; optimize inventory.</a:t>
            </a:r>
          </a:p>
        </p:txBody>
      </p:sp>
    </p:spTree>
    <p:extLst>
      <p:ext uri="{BB962C8B-B14F-4D97-AF65-F5344CB8AC3E}">
        <p14:creationId xmlns:p14="http://schemas.microsoft.com/office/powerpoint/2010/main" val="164317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22</TotalTime>
  <Words>262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Retail Sales and Supply Chain Performance Analysis</vt:lpstr>
      <vt:lpstr>Project Objective</vt:lpstr>
      <vt:lpstr>Sales Trends &amp; Insights</vt:lpstr>
      <vt:lpstr>Top-Selling Products</vt:lpstr>
      <vt:lpstr>Customer Behavior Insights</vt:lpstr>
      <vt:lpstr>Key Takeaways &amp; Recommendations</vt:lpstr>
    </vt:vector>
  </TitlesOfParts>
  <Company>SCM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Manav Shah</dc:creator>
  <cp:lastModifiedBy>Manav Shah</cp:lastModifiedBy>
  <cp:revision>4</cp:revision>
  <dcterms:created xsi:type="dcterms:W3CDTF">2026-01-08T21:08:35Z</dcterms:created>
  <dcterms:modified xsi:type="dcterms:W3CDTF">2026-01-08T21:57:28Z</dcterms:modified>
</cp:coreProperties>
</file>